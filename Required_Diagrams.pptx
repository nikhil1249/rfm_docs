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7FFB-2300-4C1A-BCE3-0296E90C8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3AC1F-0111-4075-8EB3-7546BCF16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57D24-6A43-4F30-9529-C25AFAF0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7BD5-78EA-4E4C-AB67-3B9EBB69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943E7-97B7-41BC-AA6B-A44C1D45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9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088E-1B75-4527-BA11-E7D59282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824E-778C-4DC4-8A8D-E07155FC4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F1FB7-7879-4A64-9F60-F439A3B1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95ED3-E422-4ECA-BA95-C85B51AE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349DD-3312-416D-AE1D-7D76DFF5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75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5A5C-68DB-4B53-B7A8-673DC368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D2D2D-A3F4-4AC3-98A2-2156D6BBD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8459-145B-4DAC-A713-E14CC0FD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9E900-6E9E-40BF-8795-679E8E55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7F07A-81FC-4217-920F-45B8BDD3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5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264F-332C-49DA-99CA-42D567D8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36E3-C087-4667-99C2-026E88478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22BEF-FEAD-41FD-9E1F-2ADCD1D88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9908-1D37-4915-9C8D-D945D791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89FC2-7FB4-4F49-A4B5-A1885A3C3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66978-427F-4F50-8000-F3CE8673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1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8AE3-A39D-4179-98A6-16C9E3C1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9AD39-42CC-473F-A3CF-363D7A293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67499-658F-4ACA-AE41-114A8472A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CEB18-79D9-4203-BE1A-FC1CB6FEC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D16A5-0D57-4440-BAE6-F0377D589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777BD-1731-47BA-8DBE-DA832BE9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18CEF-E543-4EF9-A3DD-7D82753F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CDDFA-02F6-478E-861C-64AA434F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65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66E7-6076-4035-B2EE-DC466294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D835F-5A9D-45EA-AAE2-437009BB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EEFA9-2C11-42CC-B991-0B9C52A1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4B28E-98E8-4176-9E18-D623B3FD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199B0-0C2C-41F6-9077-128F165AB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953C3-BEB2-4474-A207-A1695551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00BB7-59D9-448E-AB47-3F725164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0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F1C8-872E-4E27-88A7-AF535891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24C7D-1209-44A5-9556-B992716B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7F597-AD82-4DB3-A8FB-91FE8A74F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87C39-4772-4803-8D32-E876722A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E6441-6452-460A-AA13-DF7A6768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601C-B2D1-4BA8-9D88-A53FE973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02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63F7-3E13-4AB5-B966-D53D7B64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95641-4D5B-4A03-AF74-6BE39087A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16FD1-DB3B-4638-AA37-88225B2B0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D8D6B-37AD-4C45-A95B-FD1C950C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03C01-CF64-49BE-AE58-102286A7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48304-B41C-47D3-A6DD-D774061F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19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2B24-9108-4AB8-ABFA-746A1B23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38FB9-55A0-4F63-A1CA-5ED9DDF41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0EFE8-9586-4AAD-A763-F3FD2C3C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AFCDD-7D27-46C8-8948-C2795A72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94EB-A1BA-4E91-B486-F135C6F4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4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B7787-AE21-4929-A5F6-AD2F13304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5A1D2-5EF7-409B-A844-C84EE29D2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AD564-DCEB-4191-986F-6C1E561F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DD159-597E-443F-B3F4-1C6DE541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45BFC-B446-420A-B2A9-3C75FE97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64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0C7C0-EA91-494E-854C-A4A9C49B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423B8-8214-48D5-AA0F-EBDF06DC8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9A09-B17A-404C-988A-4BDE9DB92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B858F-25DA-4268-8492-1260729267F4}" type="datetimeFigureOut">
              <a:rPr lang="en-IN" smtClean="0"/>
              <a:t>11-04-2020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6CB9B-5254-4AF1-978B-FF06AB735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7E28-5ACD-4413-B0AF-0AD9076A7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F2005-293D-4A3E-8DBB-D7C35CA115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36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FFF3302-2171-4181-A4AD-FFDE71A44CBC}"/>
              </a:ext>
            </a:extLst>
          </p:cNvPr>
          <p:cNvGrpSpPr/>
          <p:nvPr/>
        </p:nvGrpSpPr>
        <p:grpSpPr>
          <a:xfrm>
            <a:off x="920472" y="2982359"/>
            <a:ext cx="1041825" cy="602668"/>
            <a:chOff x="927652" y="3319976"/>
            <a:chExt cx="1041825" cy="60266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AD42B4-99AD-46E0-8C0F-08F3983BB911}"/>
                </a:ext>
              </a:extLst>
            </p:cNvPr>
            <p:cNvSpPr/>
            <p:nvPr/>
          </p:nvSpPr>
          <p:spPr>
            <a:xfrm>
              <a:off x="927652" y="3319976"/>
              <a:ext cx="1041825" cy="60266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FE1C0B-88C2-40D0-8898-62262D579A48}"/>
                </a:ext>
              </a:extLst>
            </p:cNvPr>
            <p:cNvSpPr txBox="1"/>
            <p:nvPr/>
          </p:nvSpPr>
          <p:spPr>
            <a:xfrm>
              <a:off x="1153245" y="3429000"/>
              <a:ext cx="675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User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9F55040-30AB-4A6A-85A0-BD1C4246F858}"/>
              </a:ext>
            </a:extLst>
          </p:cNvPr>
          <p:cNvGrpSpPr/>
          <p:nvPr/>
        </p:nvGrpSpPr>
        <p:grpSpPr>
          <a:xfrm>
            <a:off x="3157791" y="2982359"/>
            <a:ext cx="1041825" cy="602668"/>
            <a:chOff x="927652" y="3319976"/>
            <a:chExt cx="1041825" cy="60266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091E208-DD60-43C4-BD2B-CA1D5958A2A1}"/>
                </a:ext>
              </a:extLst>
            </p:cNvPr>
            <p:cNvSpPr/>
            <p:nvPr/>
          </p:nvSpPr>
          <p:spPr>
            <a:xfrm>
              <a:off x="927652" y="3319976"/>
              <a:ext cx="1041825" cy="602668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EF99D3-A71E-4F5F-B257-48386DBA6DE3}"/>
                </a:ext>
              </a:extLst>
            </p:cNvPr>
            <p:cNvSpPr txBox="1"/>
            <p:nvPr/>
          </p:nvSpPr>
          <p:spPr>
            <a:xfrm>
              <a:off x="1111041" y="3429000"/>
              <a:ext cx="816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Login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F8B43F-5449-4012-B5B8-2BC713A2C2C2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1962297" y="3283693"/>
            <a:ext cx="1195494" cy="0"/>
          </a:xfrm>
          <a:prstGeom prst="straightConnector1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A179F9A-F7B4-4CFD-A0D8-73768A226D43}"/>
              </a:ext>
            </a:extLst>
          </p:cNvPr>
          <p:cNvSpPr/>
          <p:nvPr/>
        </p:nvSpPr>
        <p:spPr>
          <a:xfrm>
            <a:off x="5364067" y="504101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5652C-07AE-4EC4-A4D0-C504B8C2355C}"/>
              </a:ext>
            </a:extLst>
          </p:cNvPr>
          <p:cNvSpPr txBox="1"/>
          <p:nvPr/>
        </p:nvSpPr>
        <p:spPr>
          <a:xfrm>
            <a:off x="5277570" y="1106769"/>
            <a:ext cx="1242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Transfer PA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017C3E-75B2-4938-ABB5-E2B50A2E150A}"/>
              </a:ext>
            </a:extLst>
          </p:cNvPr>
          <p:cNvCxnSpPr>
            <a:cxnSpLocks/>
          </p:cNvCxnSpPr>
          <p:nvPr/>
        </p:nvCxnSpPr>
        <p:spPr>
          <a:xfrm flipV="1">
            <a:off x="3678703" y="1072620"/>
            <a:ext cx="1685364" cy="1909739"/>
          </a:xfrm>
          <a:prstGeom prst="straightConnector1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A10D73C-A241-4A84-9D8C-667B2923B726}"/>
              </a:ext>
            </a:extLst>
          </p:cNvPr>
          <p:cNvSpPr/>
          <p:nvPr/>
        </p:nvSpPr>
        <p:spPr>
          <a:xfrm>
            <a:off x="6993578" y="1191073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4B4F7-E8E4-4AF1-BF2B-263ED9D04B4D}"/>
              </a:ext>
            </a:extLst>
          </p:cNvPr>
          <p:cNvSpPr txBox="1"/>
          <p:nvPr/>
        </p:nvSpPr>
        <p:spPr>
          <a:xfrm>
            <a:off x="6546240" y="1793741"/>
            <a:ext cx="193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Verify + Upload PA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A735A9-AB2D-44F0-9AD8-FD68B7D84061}"/>
              </a:ext>
            </a:extLst>
          </p:cNvPr>
          <p:cNvCxnSpPr>
            <a:cxnSpLocks/>
          </p:cNvCxnSpPr>
          <p:nvPr/>
        </p:nvCxnSpPr>
        <p:spPr>
          <a:xfrm flipV="1">
            <a:off x="4082335" y="1746043"/>
            <a:ext cx="2707325" cy="1345342"/>
          </a:xfrm>
          <a:prstGeom prst="straightConnector1">
            <a:avLst/>
          </a:prstGeom>
          <a:ln w="2222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5D2F015-3C3E-46BF-A361-A3E8B94036B8}"/>
              </a:ext>
            </a:extLst>
          </p:cNvPr>
          <p:cNvSpPr/>
          <p:nvPr/>
        </p:nvSpPr>
        <p:spPr>
          <a:xfrm>
            <a:off x="7729028" y="2369499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653945-2895-4A6E-BA70-47998BEF0C3D}"/>
              </a:ext>
            </a:extLst>
          </p:cNvPr>
          <p:cNvSpPr txBox="1"/>
          <p:nvPr/>
        </p:nvSpPr>
        <p:spPr>
          <a:xfrm>
            <a:off x="7142388" y="2972167"/>
            <a:ext cx="2432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Download (existing) PA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DA3D67-43F3-4F8E-92C8-572158C87DBF}"/>
              </a:ext>
            </a:extLst>
          </p:cNvPr>
          <p:cNvCxnSpPr>
            <a:cxnSpLocks/>
          </p:cNvCxnSpPr>
          <p:nvPr/>
        </p:nvCxnSpPr>
        <p:spPr>
          <a:xfrm flipV="1">
            <a:off x="4212316" y="2749854"/>
            <a:ext cx="3302173" cy="533839"/>
          </a:xfrm>
          <a:prstGeom prst="straightConnector1">
            <a:avLst/>
          </a:prstGeom>
          <a:ln w="2222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60447B1-A655-4B70-AB21-44E4DAC73D7B}"/>
              </a:ext>
            </a:extLst>
          </p:cNvPr>
          <p:cNvSpPr/>
          <p:nvPr/>
        </p:nvSpPr>
        <p:spPr>
          <a:xfrm>
            <a:off x="7557482" y="3554447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6173CE-953E-4DA2-9926-AC86DF9C2661}"/>
              </a:ext>
            </a:extLst>
          </p:cNvPr>
          <p:cNvSpPr txBox="1"/>
          <p:nvPr/>
        </p:nvSpPr>
        <p:spPr>
          <a:xfrm>
            <a:off x="7279068" y="4157115"/>
            <a:ext cx="1628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Download Logs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B74B36-3D0E-4C3E-9CDA-A6615B4FBD31}"/>
              </a:ext>
            </a:extLst>
          </p:cNvPr>
          <p:cNvCxnSpPr>
            <a:cxnSpLocks/>
          </p:cNvCxnSpPr>
          <p:nvPr/>
        </p:nvCxnSpPr>
        <p:spPr>
          <a:xfrm>
            <a:off x="4120435" y="3452255"/>
            <a:ext cx="3275763" cy="331652"/>
          </a:xfrm>
          <a:prstGeom prst="straightConnector1">
            <a:avLst/>
          </a:prstGeom>
          <a:ln w="2222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505EC47-B21B-4A5A-96C1-87E013234361}"/>
              </a:ext>
            </a:extLst>
          </p:cNvPr>
          <p:cNvSpPr/>
          <p:nvPr/>
        </p:nvSpPr>
        <p:spPr>
          <a:xfrm>
            <a:off x="6959692" y="4787914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53EC19-0BE6-4471-A203-C5B92C5F8DD5}"/>
              </a:ext>
            </a:extLst>
          </p:cNvPr>
          <p:cNvSpPr txBox="1"/>
          <p:nvPr/>
        </p:nvSpPr>
        <p:spPr>
          <a:xfrm>
            <a:off x="6532103" y="5438280"/>
            <a:ext cx="201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Request Public Key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923BEB-FC5E-4542-AD7E-04D5DCF635F1}"/>
              </a:ext>
            </a:extLst>
          </p:cNvPr>
          <p:cNvCxnSpPr>
            <a:cxnSpLocks/>
          </p:cNvCxnSpPr>
          <p:nvPr/>
        </p:nvCxnSpPr>
        <p:spPr>
          <a:xfrm>
            <a:off x="3905182" y="3581342"/>
            <a:ext cx="3054510" cy="1260899"/>
          </a:xfrm>
          <a:prstGeom prst="straightConnector1">
            <a:avLst/>
          </a:prstGeom>
          <a:ln w="2222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D00FB5C7-E1D4-4B3B-AFB6-B65357BA3A86}"/>
              </a:ext>
            </a:extLst>
          </p:cNvPr>
          <p:cNvSpPr/>
          <p:nvPr/>
        </p:nvSpPr>
        <p:spPr>
          <a:xfrm>
            <a:off x="5244354" y="5534763"/>
            <a:ext cx="1041825" cy="6026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F6ECBA-9A42-404C-BDDB-F1CF3ECF6B93}"/>
              </a:ext>
            </a:extLst>
          </p:cNvPr>
          <p:cNvSpPr txBox="1"/>
          <p:nvPr/>
        </p:nvSpPr>
        <p:spPr>
          <a:xfrm>
            <a:off x="5244354" y="6137431"/>
            <a:ext cx="104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RFM info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48C32C-9862-44F0-953F-BCF07627B69F}"/>
              </a:ext>
            </a:extLst>
          </p:cNvPr>
          <p:cNvCxnSpPr>
            <a:cxnSpLocks/>
          </p:cNvCxnSpPr>
          <p:nvPr/>
        </p:nvCxnSpPr>
        <p:spPr>
          <a:xfrm>
            <a:off x="3678704" y="3597727"/>
            <a:ext cx="1712214" cy="1840553"/>
          </a:xfrm>
          <a:prstGeom prst="straightConnector1">
            <a:avLst/>
          </a:prstGeom>
          <a:ln w="2222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D9BF6AE-C81C-4CC0-B6E7-330FEE8BAC68}"/>
              </a:ext>
            </a:extLst>
          </p:cNvPr>
          <p:cNvSpPr txBox="1"/>
          <p:nvPr/>
        </p:nvSpPr>
        <p:spPr>
          <a:xfrm>
            <a:off x="1941228" y="2854544"/>
            <a:ext cx="1242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Credentials</a:t>
            </a:r>
          </a:p>
        </p:txBody>
      </p:sp>
    </p:spTree>
    <p:extLst>
      <p:ext uri="{BB962C8B-B14F-4D97-AF65-F5344CB8AC3E}">
        <p14:creationId xmlns:p14="http://schemas.microsoft.com/office/powerpoint/2010/main" val="336439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9C820D-E242-4FA3-B56B-6814408C3551}"/>
              </a:ext>
            </a:extLst>
          </p:cNvPr>
          <p:cNvSpPr/>
          <p:nvPr/>
        </p:nvSpPr>
        <p:spPr>
          <a:xfrm>
            <a:off x="3723862" y="459444"/>
            <a:ext cx="1545816" cy="792582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56B32-7317-4346-BCA4-C007DE7F92D0}"/>
              </a:ext>
            </a:extLst>
          </p:cNvPr>
          <p:cNvSpPr txBox="1"/>
          <p:nvPr/>
        </p:nvSpPr>
        <p:spPr>
          <a:xfrm>
            <a:off x="3751999" y="532569"/>
            <a:ext cx="1545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Application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05172-D393-4CF9-9A35-751FF01948D8}"/>
              </a:ext>
            </a:extLst>
          </p:cNvPr>
          <p:cNvSpPr/>
          <p:nvPr/>
        </p:nvSpPr>
        <p:spPr>
          <a:xfrm>
            <a:off x="3723862" y="182881"/>
            <a:ext cx="552716" cy="2765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7E754-426E-4AD4-B55A-9313C17858C5}"/>
              </a:ext>
            </a:extLst>
          </p:cNvPr>
          <p:cNvSpPr/>
          <p:nvPr/>
        </p:nvSpPr>
        <p:spPr>
          <a:xfrm>
            <a:off x="3723862" y="2201493"/>
            <a:ext cx="1545816" cy="792582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C440A-C0F7-4DD6-BBD4-83FB325E8E76}"/>
              </a:ext>
            </a:extLst>
          </p:cNvPr>
          <p:cNvSpPr txBox="1"/>
          <p:nvPr/>
        </p:nvSpPr>
        <p:spPr>
          <a:xfrm>
            <a:off x="3751999" y="2274618"/>
            <a:ext cx="1545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GUI </a:t>
            </a:r>
          </a:p>
          <a:p>
            <a:pPr algn="ctr"/>
            <a:r>
              <a:rPr lang="en-IN" dirty="0"/>
              <a:t>Services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D6548-B6A1-4F04-A818-44F73DFFDEE5}"/>
              </a:ext>
            </a:extLst>
          </p:cNvPr>
          <p:cNvSpPr/>
          <p:nvPr/>
        </p:nvSpPr>
        <p:spPr>
          <a:xfrm>
            <a:off x="3723862" y="1924930"/>
            <a:ext cx="552716" cy="2765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E14053-3971-4D51-A5CC-EEA3763069B6}"/>
              </a:ext>
            </a:extLst>
          </p:cNvPr>
          <p:cNvSpPr/>
          <p:nvPr/>
        </p:nvSpPr>
        <p:spPr>
          <a:xfrm>
            <a:off x="3723862" y="4016668"/>
            <a:ext cx="1545816" cy="792582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80897-44C0-445E-9676-BD553ECB9E88}"/>
              </a:ext>
            </a:extLst>
          </p:cNvPr>
          <p:cNvSpPr txBox="1"/>
          <p:nvPr/>
        </p:nvSpPr>
        <p:spPr>
          <a:xfrm>
            <a:off x="3751999" y="4230470"/>
            <a:ext cx="154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Middleware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9D8CAE-28B5-4230-90F1-13F1C2704497}"/>
              </a:ext>
            </a:extLst>
          </p:cNvPr>
          <p:cNvSpPr/>
          <p:nvPr/>
        </p:nvSpPr>
        <p:spPr>
          <a:xfrm>
            <a:off x="3723862" y="3740105"/>
            <a:ext cx="552716" cy="2765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6CC2AC-74EA-4362-BE72-F9AD370F2F82}"/>
              </a:ext>
            </a:extLst>
          </p:cNvPr>
          <p:cNvCxnSpPr/>
          <p:nvPr/>
        </p:nvCxnSpPr>
        <p:spPr>
          <a:xfrm>
            <a:off x="4524906" y="1378635"/>
            <a:ext cx="0" cy="684576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F5DAF4-5564-4620-874F-AADA61B60426}"/>
              </a:ext>
            </a:extLst>
          </p:cNvPr>
          <p:cNvCxnSpPr/>
          <p:nvPr/>
        </p:nvCxnSpPr>
        <p:spPr>
          <a:xfrm>
            <a:off x="4545806" y="3193810"/>
            <a:ext cx="0" cy="684576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210661-3E8E-4ABA-B86B-0AEA2A94E492}"/>
              </a:ext>
            </a:extLst>
          </p:cNvPr>
          <p:cNvCxnSpPr>
            <a:cxnSpLocks/>
          </p:cNvCxnSpPr>
          <p:nvPr/>
        </p:nvCxnSpPr>
        <p:spPr>
          <a:xfrm>
            <a:off x="5430129" y="1378635"/>
            <a:ext cx="1216654" cy="822857"/>
          </a:xfrm>
          <a:prstGeom prst="straightConnector1">
            <a:avLst/>
          </a:prstGeom>
          <a:ln w="254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AD3C2B-81C0-4FB0-9A8C-B5DB035B2831}"/>
              </a:ext>
            </a:extLst>
          </p:cNvPr>
          <p:cNvCxnSpPr>
            <a:cxnSpLocks/>
          </p:cNvCxnSpPr>
          <p:nvPr/>
        </p:nvCxnSpPr>
        <p:spPr>
          <a:xfrm flipH="1">
            <a:off x="5113962" y="2201492"/>
            <a:ext cx="1532822" cy="1676894"/>
          </a:xfrm>
          <a:prstGeom prst="straightConnector1">
            <a:avLst/>
          </a:prstGeom>
          <a:ln w="25400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C43C6B-C611-4AA9-8AC0-FB741E8E12BE}"/>
              </a:ext>
            </a:extLst>
          </p:cNvPr>
          <p:cNvCxnSpPr>
            <a:cxnSpLocks/>
          </p:cNvCxnSpPr>
          <p:nvPr/>
        </p:nvCxnSpPr>
        <p:spPr>
          <a:xfrm>
            <a:off x="6274192" y="1924930"/>
            <a:ext cx="1011087" cy="0"/>
          </a:xfrm>
          <a:prstGeom prst="straightConnector1">
            <a:avLst/>
          </a:prstGeom>
          <a:ln w="254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FDB7F300-6720-41CC-AEBB-2BDEFFF7E132}"/>
              </a:ext>
            </a:extLst>
          </p:cNvPr>
          <p:cNvSpPr/>
          <p:nvPr/>
        </p:nvSpPr>
        <p:spPr>
          <a:xfrm rot="10800000" flipH="1">
            <a:off x="7270194" y="1362222"/>
            <a:ext cx="2197359" cy="1125413"/>
          </a:xfrm>
          <a:prstGeom prst="foldedCorner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4ACAC-3931-47A8-B4FC-9706A9BFA1CE}"/>
              </a:ext>
            </a:extLst>
          </p:cNvPr>
          <p:cNvSpPr txBox="1"/>
          <p:nvPr/>
        </p:nvSpPr>
        <p:spPr>
          <a:xfrm>
            <a:off x="7427896" y="1431164"/>
            <a:ext cx="21822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Necessary because application layer must have access to core libraries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3AF2BE-05EA-469B-B32E-8E419EB84554}"/>
              </a:ext>
            </a:extLst>
          </p:cNvPr>
          <p:cNvSpPr/>
          <p:nvPr/>
        </p:nvSpPr>
        <p:spPr>
          <a:xfrm>
            <a:off x="1709838" y="5055333"/>
            <a:ext cx="1545816" cy="792582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11D2B9-F30F-457A-9805-8EB828C181D8}"/>
              </a:ext>
            </a:extLst>
          </p:cNvPr>
          <p:cNvSpPr txBox="1"/>
          <p:nvPr/>
        </p:nvSpPr>
        <p:spPr>
          <a:xfrm>
            <a:off x="1737975" y="5269135"/>
            <a:ext cx="1545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Base reuse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748BF4-C8B8-4774-9120-1894A774F097}"/>
              </a:ext>
            </a:extLst>
          </p:cNvPr>
          <p:cNvSpPr/>
          <p:nvPr/>
        </p:nvSpPr>
        <p:spPr>
          <a:xfrm>
            <a:off x="1709838" y="4778770"/>
            <a:ext cx="552716" cy="2765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90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878E43-E123-4105-9CD0-4F18EFA87AA4}"/>
              </a:ext>
            </a:extLst>
          </p:cNvPr>
          <p:cNvSpPr/>
          <p:nvPr/>
        </p:nvSpPr>
        <p:spPr>
          <a:xfrm>
            <a:off x="239989" y="159193"/>
            <a:ext cx="3999915" cy="2806271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D4D3C-C63C-484D-8A93-A327C6D176D2}"/>
              </a:ext>
            </a:extLst>
          </p:cNvPr>
          <p:cNvSpPr txBox="1"/>
          <p:nvPr/>
        </p:nvSpPr>
        <p:spPr>
          <a:xfrm>
            <a:off x="1065907" y="244208"/>
            <a:ext cx="240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Login Button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13A42A-7682-4BBE-89DA-A0270CDD4851}"/>
              </a:ext>
            </a:extLst>
          </p:cNvPr>
          <p:cNvCxnSpPr>
            <a:cxnSpLocks/>
          </p:cNvCxnSpPr>
          <p:nvPr/>
        </p:nvCxnSpPr>
        <p:spPr>
          <a:xfrm>
            <a:off x="254503" y="698554"/>
            <a:ext cx="397177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70B6B4-A661-4086-913E-FD587B38B211}"/>
              </a:ext>
            </a:extLst>
          </p:cNvPr>
          <p:cNvCxnSpPr>
            <a:cxnSpLocks/>
          </p:cNvCxnSpPr>
          <p:nvPr/>
        </p:nvCxnSpPr>
        <p:spPr>
          <a:xfrm>
            <a:off x="239989" y="850954"/>
            <a:ext cx="399991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B598F2-718C-47C7-973A-E05CAFB77F73}"/>
              </a:ext>
            </a:extLst>
          </p:cNvPr>
          <p:cNvGrpSpPr/>
          <p:nvPr/>
        </p:nvGrpSpPr>
        <p:grpSpPr>
          <a:xfrm>
            <a:off x="324399" y="888416"/>
            <a:ext cx="2900339" cy="369332"/>
            <a:chOff x="2180495" y="1188666"/>
            <a:chExt cx="2900339" cy="369332"/>
          </a:xfrm>
        </p:grpSpPr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B6DA672-E75F-4F66-A877-D51AC0F5F987}"/>
                </a:ext>
              </a:extLst>
            </p:cNvPr>
            <p:cNvSpPr/>
            <p:nvPr/>
          </p:nvSpPr>
          <p:spPr>
            <a:xfrm rot="6808930">
              <a:off x="2228051" y="1246686"/>
              <a:ext cx="129962" cy="225074"/>
            </a:xfrm>
            <a:prstGeom prst="cube">
              <a:avLst/>
            </a:prstGeom>
            <a:solidFill>
              <a:srgbClr val="FA0E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66F820-A582-44A3-B5E6-23F6C1F9AE3C}"/>
                </a:ext>
              </a:extLst>
            </p:cNvPr>
            <p:cNvSpPr txBox="1"/>
            <p:nvPr/>
          </p:nvSpPr>
          <p:spPr>
            <a:xfrm>
              <a:off x="2435591" y="1188666"/>
              <a:ext cx="2645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Enter username password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D310EBC-201F-463D-94FC-773AAD010B99}"/>
              </a:ext>
            </a:extLst>
          </p:cNvPr>
          <p:cNvSpPr txBox="1"/>
          <p:nvPr/>
        </p:nvSpPr>
        <p:spPr>
          <a:xfrm>
            <a:off x="592382" y="1622656"/>
            <a:ext cx="254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Display the success/error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93092-FD43-49FD-952F-412FD00309AA}"/>
              </a:ext>
            </a:extLst>
          </p:cNvPr>
          <p:cNvSpPr txBox="1"/>
          <p:nvPr/>
        </p:nvSpPr>
        <p:spPr>
          <a:xfrm>
            <a:off x="612148" y="1994133"/>
            <a:ext cx="3546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Change the circle colour (red/green)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EEDAC6-FF84-43A4-9DFD-A0FEFA5E5B06}"/>
              </a:ext>
            </a:extLst>
          </p:cNvPr>
          <p:cNvSpPr txBox="1"/>
          <p:nvPr/>
        </p:nvSpPr>
        <p:spPr>
          <a:xfrm>
            <a:off x="582260" y="1263871"/>
            <a:ext cx="290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Connection request to server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DA45E7B-8962-47C4-8686-4E3C6ADC4B75}"/>
              </a:ext>
            </a:extLst>
          </p:cNvPr>
          <p:cNvGrpSpPr/>
          <p:nvPr/>
        </p:nvGrpSpPr>
        <p:grpSpPr>
          <a:xfrm>
            <a:off x="902342" y="2334110"/>
            <a:ext cx="2588440" cy="307777"/>
            <a:chOff x="902342" y="2334110"/>
            <a:chExt cx="2588440" cy="30777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3311A55-379A-415D-AF7B-B571764B80AB}"/>
                </a:ext>
              </a:extLst>
            </p:cNvPr>
            <p:cNvSpPr/>
            <p:nvPr/>
          </p:nvSpPr>
          <p:spPr>
            <a:xfrm>
              <a:off x="902342" y="2406293"/>
              <a:ext cx="159657" cy="16655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17AC7E-1BAE-492A-B610-07D134AB3A71}"/>
                </a:ext>
              </a:extLst>
            </p:cNvPr>
            <p:cNvSpPr txBox="1"/>
            <p:nvPr/>
          </p:nvSpPr>
          <p:spPr>
            <a:xfrm>
              <a:off x="1025701" y="2334110"/>
              <a:ext cx="2465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Disconnected from RFM server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86DCF96-BAD1-4220-B096-1115DD7BE68E}"/>
              </a:ext>
            </a:extLst>
          </p:cNvPr>
          <p:cNvGrpSpPr/>
          <p:nvPr/>
        </p:nvGrpSpPr>
        <p:grpSpPr>
          <a:xfrm>
            <a:off x="901979" y="2616130"/>
            <a:ext cx="2203801" cy="307777"/>
            <a:chOff x="901979" y="2616130"/>
            <a:chExt cx="2203801" cy="307777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FFAA353-3E61-4843-8123-754FD8360894}"/>
                </a:ext>
              </a:extLst>
            </p:cNvPr>
            <p:cNvSpPr/>
            <p:nvPr/>
          </p:nvSpPr>
          <p:spPr>
            <a:xfrm>
              <a:off x="901979" y="2689321"/>
              <a:ext cx="159657" cy="16655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16DD988-4B9A-4F08-A79E-C2FE38EC0074}"/>
                </a:ext>
              </a:extLst>
            </p:cNvPr>
            <p:cNvSpPr txBox="1"/>
            <p:nvPr/>
          </p:nvSpPr>
          <p:spPr>
            <a:xfrm>
              <a:off x="1045757" y="2616130"/>
              <a:ext cx="20600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Connected to RFM server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AE14DD45-10D5-4AF1-8F5F-3212F05B12C9}"/>
              </a:ext>
            </a:extLst>
          </p:cNvPr>
          <p:cNvSpPr/>
          <p:nvPr/>
        </p:nvSpPr>
        <p:spPr>
          <a:xfrm>
            <a:off x="5252498" y="698554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95A009-52E8-49D2-83F7-CF62348CEDD2}"/>
              </a:ext>
            </a:extLst>
          </p:cNvPr>
          <p:cNvSpPr txBox="1"/>
          <p:nvPr/>
        </p:nvSpPr>
        <p:spPr>
          <a:xfrm>
            <a:off x="5552346" y="696819"/>
            <a:ext cx="686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Login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B8361D-5A22-4203-9A29-6735D864C858}"/>
              </a:ext>
            </a:extLst>
          </p:cNvPr>
          <p:cNvSpPr/>
          <p:nvPr/>
        </p:nvSpPr>
        <p:spPr>
          <a:xfrm>
            <a:off x="5252498" y="1192834"/>
            <a:ext cx="1300898" cy="45437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607622-4FEC-4AAA-B6DA-5A4D85809B8B}"/>
              </a:ext>
            </a:extLst>
          </p:cNvPr>
          <p:cNvSpPr txBox="1"/>
          <p:nvPr/>
        </p:nvSpPr>
        <p:spPr>
          <a:xfrm>
            <a:off x="5168801" y="1158409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Enter username </a:t>
            </a:r>
          </a:p>
          <a:p>
            <a:pPr algn="ctr"/>
            <a:r>
              <a:rPr lang="en-IN" sz="1400" dirty="0"/>
              <a:t>and password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BB5B56-0D83-4C04-B358-7AAEE3CD1C23}"/>
              </a:ext>
            </a:extLst>
          </p:cNvPr>
          <p:cNvCxnSpPr/>
          <p:nvPr/>
        </p:nvCxnSpPr>
        <p:spPr>
          <a:xfrm>
            <a:off x="5908151" y="1004435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769820D7-FB43-47D6-9E68-37C7AE565586}"/>
              </a:ext>
            </a:extLst>
          </p:cNvPr>
          <p:cNvSpPr/>
          <p:nvPr/>
        </p:nvSpPr>
        <p:spPr>
          <a:xfrm>
            <a:off x="5261657" y="1836145"/>
            <a:ext cx="1295400" cy="1037996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3AEDC7-B542-4C3A-A85D-1C8A9497955B}"/>
              </a:ext>
            </a:extLst>
          </p:cNvPr>
          <p:cNvCxnSpPr/>
          <p:nvPr/>
        </p:nvCxnSpPr>
        <p:spPr>
          <a:xfrm>
            <a:off x="5913782" y="1647204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6A1B5E-887D-46CF-BD52-574C07FE0183}"/>
              </a:ext>
            </a:extLst>
          </p:cNvPr>
          <p:cNvSpPr txBox="1"/>
          <p:nvPr/>
        </p:nvSpPr>
        <p:spPr>
          <a:xfrm>
            <a:off x="5283018" y="2111604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Credentials correct?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016BAE-597F-4697-AE20-91A4F0A579D6}"/>
              </a:ext>
            </a:extLst>
          </p:cNvPr>
          <p:cNvSpPr/>
          <p:nvPr/>
        </p:nvSpPr>
        <p:spPr>
          <a:xfrm>
            <a:off x="5270318" y="3074701"/>
            <a:ext cx="1300898" cy="52322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BF845C-DB53-40ED-A1C7-2B3533512968}"/>
              </a:ext>
            </a:extLst>
          </p:cNvPr>
          <p:cNvSpPr txBox="1"/>
          <p:nvPr/>
        </p:nvSpPr>
        <p:spPr>
          <a:xfrm>
            <a:off x="5208627" y="3081560"/>
            <a:ext cx="1511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Enter server IP and port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A9E581-C9C4-4CEE-BDC5-B02982B882D3}"/>
              </a:ext>
            </a:extLst>
          </p:cNvPr>
          <p:cNvCxnSpPr/>
          <p:nvPr/>
        </p:nvCxnSpPr>
        <p:spPr>
          <a:xfrm>
            <a:off x="5909627" y="2875095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E89E9D3-82B9-4C63-93F1-907106A6B7D4}"/>
              </a:ext>
            </a:extLst>
          </p:cNvPr>
          <p:cNvSpPr/>
          <p:nvPr/>
        </p:nvSpPr>
        <p:spPr>
          <a:xfrm>
            <a:off x="5270319" y="3799518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0181F0-2593-4A3A-9CD8-DE327C39CB95}"/>
              </a:ext>
            </a:extLst>
          </p:cNvPr>
          <p:cNvSpPr txBox="1"/>
          <p:nvPr/>
        </p:nvSpPr>
        <p:spPr>
          <a:xfrm>
            <a:off x="5275874" y="3807558"/>
            <a:ext cx="1300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Conn </a:t>
            </a:r>
            <a:r>
              <a:rPr lang="en-IN" sz="1400" dirty="0" err="1"/>
              <a:t>Req</a:t>
            </a:r>
            <a:endParaRPr lang="en-IN" sz="14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DDD508-4AD5-4185-9BEE-5998E9AF78D4}"/>
              </a:ext>
            </a:extLst>
          </p:cNvPr>
          <p:cNvCxnSpPr/>
          <p:nvPr/>
        </p:nvCxnSpPr>
        <p:spPr>
          <a:xfrm>
            <a:off x="5924597" y="3597921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941CC5F0-2C54-4977-859B-92AF6ADB64CA}"/>
              </a:ext>
            </a:extLst>
          </p:cNvPr>
          <p:cNvSpPr/>
          <p:nvPr/>
        </p:nvSpPr>
        <p:spPr>
          <a:xfrm>
            <a:off x="5261657" y="4298353"/>
            <a:ext cx="1295400" cy="1037996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46D4611-0121-49C2-BFCF-061FAFD59D4B}"/>
              </a:ext>
            </a:extLst>
          </p:cNvPr>
          <p:cNvCxnSpPr/>
          <p:nvPr/>
        </p:nvCxnSpPr>
        <p:spPr>
          <a:xfrm>
            <a:off x="5913782" y="4109412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98163B-CC47-4300-92F3-C6D34832DB81}"/>
              </a:ext>
            </a:extLst>
          </p:cNvPr>
          <p:cNvSpPr txBox="1"/>
          <p:nvPr/>
        </p:nvSpPr>
        <p:spPr>
          <a:xfrm>
            <a:off x="5270318" y="4548412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Login</a:t>
            </a:r>
          </a:p>
          <a:p>
            <a:pPr algn="ctr"/>
            <a:r>
              <a:rPr lang="en-IN" sz="1400" dirty="0"/>
              <a:t>success?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2D03C24-529D-4938-B283-A605E9D59C85}"/>
              </a:ext>
            </a:extLst>
          </p:cNvPr>
          <p:cNvGrpSpPr/>
          <p:nvPr/>
        </p:nvGrpSpPr>
        <p:grpSpPr>
          <a:xfrm>
            <a:off x="5179319" y="5535368"/>
            <a:ext cx="1511592" cy="530079"/>
            <a:chOff x="5715064" y="5512508"/>
            <a:chExt cx="1511592" cy="53007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1E45057-3B7E-4EE1-825F-031EBF727C23}"/>
                </a:ext>
              </a:extLst>
            </p:cNvPr>
            <p:cNvSpPr/>
            <p:nvPr/>
          </p:nvSpPr>
          <p:spPr>
            <a:xfrm>
              <a:off x="5790823" y="5512508"/>
              <a:ext cx="1300898" cy="52322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CD70DE1-F380-4250-BCBF-86605B71BB46}"/>
                </a:ext>
              </a:extLst>
            </p:cNvPr>
            <p:cNvSpPr txBox="1"/>
            <p:nvPr/>
          </p:nvSpPr>
          <p:spPr>
            <a:xfrm>
              <a:off x="5715064" y="5519367"/>
              <a:ext cx="15115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Change </a:t>
              </a:r>
              <a:r>
                <a:rPr lang="en-IN" sz="1400" b="1" dirty="0"/>
                <a:t>login</a:t>
              </a:r>
              <a:r>
                <a:rPr lang="en-IN" sz="1400" dirty="0"/>
                <a:t> </a:t>
              </a:r>
            </a:p>
            <a:p>
              <a:pPr algn="ctr"/>
              <a:r>
                <a:rPr lang="en-IN" sz="1400" dirty="0"/>
                <a:t>text to </a:t>
              </a:r>
              <a:r>
                <a:rPr lang="en-IN" sz="1400" b="1" dirty="0"/>
                <a:t>logout</a:t>
              </a: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C1E2BD-4DED-42A4-9304-E744B6FABB63}"/>
              </a:ext>
            </a:extLst>
          </p:cNvPr>
          <p:cNvCxnSpPr/>
          <p:nvPr/>
        </p:nvCxnSpPr>
        <p:spPr>
          <a:xfrm>
            <a:off x="5910458" y="5336349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B391AB97-AC46-4A2C-AB4D-B6E10D57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137" y="920347"/>
            <a:ext cx="1610310" cy="79192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D3032E9-57D2-44F0-B015-D6B352960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148" y="1930403"/>
            <a:ext cx="1610299" cy="839616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ECEFC6-351E-48D5-8E43-657C95E959E6}"/>
              </a:ext>
            </a:extLst>
          </p:cNvPr>
          <p:cNvCxnSpPr>
            <a:cxnSpLocks/>
          </p:cNvCxnSpPr>
          <p:nvPr/>
        </p:nvCxnSpPr>
        <p:spPr>
          <a:xfrm>
            <a:off x="6565703" y="2353602"/>
            <a:ext cx="1521499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B5B4D54-A984-42D9-BC7F-5FCB99A87FD6}"/>
              </a:ext>
            </a:extLst>
          </p:cNvPr>
          <p:cNvCxnSpPr>
            <a:cxnSpLocks/>
          </p:cNvCxnSpPr>
          <p:nvPr/>
        </p:nvCxnSpPr>
        <p:spPr>
          <a:xfrm flipV="1">
            <a:off x="7330082" y="1388311"/>
            <a:ext cx="0" cy="961900"/>
          </a:xfrm>
          <a:prstGeom prst="straightConnector1">
            <a:avLst/>
          </a:prstGeom>
          <a:ln w="15875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E5D2E17-0759-499B-B2B2-8D023967D144}"/>
              </a:ext>
            </a:extLst>
          </p:cNvPr>
          <p:cNvCxnSpPr>
            <a:cxnSpLocks/>
          </p:cNvCxnSpPr>
          <p:nvPr/>
        </p:nvCxnSpPr>
        <p:spPr>
          <a:xfrm>
            <a:off x="7323637" y="1382058"/>
            <a:ext cx="763565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ED385EB-7D40-4B38-8526-F0F3DEF59B4F}"/>
              </a:ext>
            </a:extLst>
          </p:cNvPr>
          <p:cNvSpPr txBox="1"/>
          <p:nvPr/>
        </p:nvSpPr>
        <p:spPr>
          <a:xfrm>
            <a:off x="7295304" y="896076"/>
            <a:ext cx="862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Wrong </a:t>
            </a:r>
          </a:p>
          <a:p>
            <a:pPr algn="ctr"/>
            <a:r>
              <a:rPr lang="en-IN" sz="1200" dirty="0"/>
              <a:t>username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1F5482-B44E-480B-B9EE-6C563DB2B9EE}"/>
              </a:ext>
            </a:extLst>
          </p:cNvPr>
          <p:cNvSpPr txBox="1"/>
          <p:nvPr/>
        </p:nvSpPr>
        <p:spPr>
          <a:xfrm>
            <a:off x="7323637" y="1880065"/>
            <a:ext cx="862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Wrong </a:t>
            </a:r>
          </a:p>
          <a:p>
            <a:pPr algn="ctr"/>
            <a:r>
              <a:rPr lang="en-IN" sz="1200" dirty="0"/>
              <a:t>password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11EEB54-4DD3-4ECD-8003-379D8442E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912" y="2965464"/>
            <a:ext cx="1314450" cy="8001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FC1BB36-0AE6-4ED0-8DA4-773458EB6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797" y="2975451"/>
            <a:ext cx="1257300" cy="800100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4DC6E8-65A5-4AAE-8911-030811A1804F}"/>
              </a:ext>
            </a:extLst>
          </p:cNvPr>
          <p:cNvCxnSpPr>
            <a:cxnSpLocks/>
          </p:cNvCxnSpPr>
          <p:nvPr/>
        </p:nvCxnSpPr>
        <p:spPr>
          <a:xfrm>
            <a:off x="6576772" y="3336311"/>
            <a:ext cx="878128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6E9A9005-EEE1-43C5-B221-2F8D4F126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4204" y="5475942"/>
            <a:ext cx="2924175" cy="79057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0AC478A-DAC1-49F8-A654-7CEB9443B53C}"/>
              </a:ext>
            </a:extLst>
          </p:cNvPr>
          <p:cNvSpPr txBox="1"/>
          <p:nvPr/>
        </p:nvSpPr>
        <p:spPr>
          <a:xfrm>
            <a:off x="5842319" y="2815686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D14D44-0FA4-4F5E-AD55-9B87DEEF8609}"/>
              </a:ext>
            </a:extLst>
          </p:cNvPr>
          <p:cNvSpPr txBox="1"/>
          <p:nvPr/>
        </p:nvSpPr>
        <p:spPr>
          <a:xfrm>
            <a:off x="6565393" y="2105770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0CFA740-D5B7-437B-AEA7-F53439A736FA}"/>
              </a:ext>
            </a:extLst>
          </p:cNvPr>
          <p:cNvCxnSpPr>
            <a:cxnSpLocks/>
          </p:cNvCxnSpPr>
          <p:nvPr/>
        </p:nvCxnSpPr>
        <p:spPr>
          <a:xfrm>
            <a:off x="6551372" y="5803837"/>
            <a:ext cx="878128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98240CD-7EB1-4915-A317-ED83C34C3592}"/>
              </a:ext>
            </a:extLst>
          </p:cNvPr>
          <p:cNvSpPr txBox="1"/>
          <p:nvPr/>
        </p:nvSpPr>
        <p:spPr>
          <a:xfrm>
            <a:off x="5835395" y="5291422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95F534-1984-41B0-BFC7-DE2811AFDEBE}"/>
              </a:ext>
            </a:extLst>
          </p:cNvPr>
          <p:cNvSpPr txBox="1"/>
          <p:nvPr/>
        </p:nvSpPr>
        <p:spPr>
          <a:xfrm>
            <a:off x="6551372" y="4556528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C182279-D917-423B-9CD8-0C9DFAC91322}"/>
              </a:ext>
            </a:extLst>
          </p:cNvPr>
          <p:cNvCxnSpPr>
            <a:cxnSpLocks/>
          </p:cNvCxnSpPr>
          <p:nvPr/>
        </p:nvCxnSpPr>
        <p:spPr>
          <a:xfrm>
            <a:off x="6576772" y="4813300"/>
            <a:ext cx="878128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Picture 82">
            <a:extLst>
              <a:ext uri="{FF2B5EF4-FFF2-40B4-BE49-F238E27FC236}">
                <a16:creationId xmlns:a16="http://schemas.microsoft.com/office/drawing/2014/main" id="{DBC4D1DB-AABA-4F7E-92B4-788CC47E74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3913" y="4400447"/>
            <a:ext cx="2924176" cy="819150"/>
          </a:xfrm>
          <a:prstGeom prst="rect">
            <a:avLst/>
          </a:prstGeom>
        </p:spPr>
      </p:pic>
      <p:sp>
        <p:nvSpPr>
          <p:cNvPr id="84" name="Cube 83">
            <a:extLst>
              <a:ext uri="{FF2B5EF4-FFF2-40B4-BE49-F238E27FC236}">
                <a16:creationId xmlns:a16="http://schemas.microsoft.com/office/drawing/2014/main" id="{2496E8D7-0245-4BCC-B2FE-CD9A3833247B}"/>
              </a:ext>
            </a:extLst>
          </p:cNvPr>
          <p:cNvSpPr/>
          <p:nvPr/>
        </p:nvSpPr>
        <p:spPr>
          <a:xfrm rot="6808930">
            <a:off x="371955" y="1325167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904E89EF-EC40-46D8-80C5-1286557B8101}"/>
              </a:ext>
            </a:extLst>
          </p:cNvPr>
          <p:cNvSpPr/>
          <p:nvPr/>
        </p:nvSpPr>
        <p:spPr>
          <a:xfrm rot="6808930">
            <a:off x="371955" y="1687359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Cube 85">
            <a:extLst>
              <a:ext uri="{FF2B5EF4-FFF2-40B4-BE49-F238E27FC236}">
                <a16:creationId xmlns:a16="http://schemas.microsoft.com/office/drawing/2014/main" id="{BC857173-CAF3-47CC-9AA0-FA7591A01454}"/>
              </a:ext>
            </a:extLst>
          </p:cNvPr>
          <p:cNvSpPr/>
          <p:nvPr/>
        </p:nvSpPr>
        <p:spPr>
          <a:xfrm rot="6808930">
            <a:off x="388827" y="2066332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7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1286AB-60D6-4B50-A9B4-E709009C85E7}"/>
              </a:ext>
            </a:extLst>
          </p:cNvPr>
          <p:cNvSpPr/>
          <p:nvPr/>
        </p:nvSpPr>
        <p:spPr>
          <a:xfrm>
            <a:off x="239989" y="159193"/>
            <a:ext cx="4446311" cy="3155507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D918F-4666-41B7-826F-D667E9F56EE8}"/>
              </a:ext>
            </a:extLst>
          </p:cNvPr>
          <p:cNvSpPr txBox="1"/>
          <p:nvPr/>
        </p:nvSpPr>
        <p:spPr>
          <a:xfrm>
            <a:off x="1188469" y="259776"/>
            <a:ext cx="240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Transfer PA Button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D9B418-C0E2-43D4-8F30-5F2855DB373C}"/>
              </a:ext>
            </a:extLst>
          </p:cNvPr>
          <p:cNvCxnSpPr>
            <a:cxnSpLocks/>
          </p:cNvCxnSpPr>
          <p:nvPr/>
        </p:nvCxnSpPr>
        <p:spPr>
          <a:xfrm>
            <a:off x="254503" y="698554"/>
            <a:ext cx="443179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A00ED8-6CA3-4D89-BCD6-8853C7122A04}"/>
              </a:ext>
            </a:extLst>
          </p:cNvPr>
          <p:cNvCxnSpPr>
            <a:cxnSpLocks/>
          </p:cNvCxnSpPr>
          <p:nvPr/>
        </p:nvCxnSpPr>
        <p:spPr>
          <a:xfrm>
            <a:off x="239989" y="850954"/>
            <a:ext cx="444631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6FC227F-5D3D-40DF-ADCF-724B88573A65}"/>
              </a:ext>
            </a:extLst>
          </p:cNvPr>
          <p:cNvGrpSpPr/>
          <p:nvPr/>
        </p:nvGrpSpPr>
        <p:grpSpPr>
          <a:xfrm>
            <a:off x="324399" y="906182"/>
            <a:ext cx="3415562" cy="646331"/>
            <a:chOff x="2180495" y="1206432"/>
            <a:chExt cx="3415562" cy="646331"/>
          </a:xfrm>
        </p:grpSpPr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E10ABA5-3925-4798-81A5-047672F62AAB}"/>
                </a:ext>
              </a:extLst>
            </p:cNvPr>
            <p:cNvSpPr/>
            <p:nvPr/>
          </p:nvSpPr>
          <p:spPr>
            <a:xfrm rot="6808930">
              <a:off x="2228051" y="1278770"/>
              <a:ext cx="129962" cy="225074"/>
            </a:xfrm>
            <a:prstGeom prst="cube">
              <a:avLst/>
            </a:prstGeom>
            <a:solidFill>
              <a:srgbClr val="FA0E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AEAE59-3037-4766-8EDC-A2754A00133A}"/>
                </a:ext>
              </a:extLst>
            </p:cNvPr>
            <p:cNvSpPr txBox="1"/>
            <p:nvPr/>
          </p:nvSpPr>
          <p:spPr>
            <a:xfrm>
              <a:off x="2433728" y="1206432"/>
              <a:ext cx="3162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dirty="0"/>
                <a:t>Check for valid credentials and connection to RFM server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7432A4-A7F1-493D-933D-5D2FC0827AF2}"/>
              </a:ext>
            </a:extLst>
          </p:cNvPr>
          <p:cNvSpPr txBox="1"/>
          <p:nvPr/>
        </p:nvSpPr>
        <p:spPr>
          <a:xfrm>
            <a:off x="549057" y="2100654"/>
            <a:ext cx="289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sendPacket(_TRANSFER_PA)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E82E4-CFAD-46DD-B858-CFA6E622C246}"/>
              </a:ext>
            </a:extLst>
          </p:cNvPr>
          <p:cNvSpPr txBox="1"/>
          <p:nvPr/>
        </p:nvSpPr>
        <p:spPr>
          <a:xfrm>
            <a:off x="537471" y="2483628"/>
            <a:ext cx="422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sendPAdata() upon +ve acknowledgement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0BD71-2565-44D6-AA1A-0B187E29D302}"/>
              </a:ext>
            </a:extLst>
          </p:cNvPr>
          <p:cNvSpPr txBox="1"/>
          <p:nvPr/>
        </p:nvSpPr>
        <p:spPr>
          <a:xfrm>
            <a:off x="577632" y="1498037"/>
            <a:ext cx="354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Open window and select the PA </a:t>
            </a:r>
          </a:p>
          <a:p>
            <a:pPr algn="just"/>
            <a:r>
              <a:rPr lang="en-IN" dirty="0"/>
              <a:t>file from location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169177E8-3FB3-42FA-A332-9D77E30F9891}"/>
              </a:ext>
            </a:extLst>
          </p:cNvPr>
          <p:cNvSpPr/>
          <p:nvPr/>
        </p:nvSpPr>
        <p:spPr>
          <a:xfrm rot="6808930">
            <a:off x="371955" y="1565797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F29CA692-0EEF-4138-A74A-BEDD5361F3C5}"/>
              </a:ext>
            </a:extLst>
          </p:cNvPr>
          <p:cNvSpPr/>
          <p:nvPr/>
        </p:nvSpPr>
        <p:spPr>
          <a:xfrm rot="6808930">
            <a:off x="371955" y="2168619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F08D66B5-EA81-448F-A9AD-C4C791B96578}"/>
              </a:ext>
            </a:extLst>
          </p:cNvPr>
          <p:cNvSpPr/>
          <p:nvPr/>
        </p:nvSpPr>
        <p:spPr>
          <a:xfrm rot="6808930">
            <a:off x="388827" y="2547592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8D8F6D-2B61-4C11-A2B2-EA04185BC09B}"/>
              </a:ext>
            </a:extLst>
          </p:cNvPr>
          <p:cNvSpPr txBox="1"/>
          <p:nvPr/>
        </p:nvSpPr>
        <p:spPr>
          <a:xfrm>
            <a:off x="396718" y="2885742"/>
            <a:ext cx="399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Display results/errors in progress bar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508FBCB6-6844-4573-8F84-CAB664041D00}"/>
              </a:ext>
            </a:extLst>
          </p:cNvPr>
          <p:cNvSpPr/>
          <p:nvPr/>
        </p:nvSpPr>
        <p:spPr>
          <a:xfrm rot="6808930">
            <a:off x="388827" y="2945283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6BC27D-A2E5-435B-ADAD-66C4653C0543}"/>
              </a:ext>
            </a:extLst>
          </p:cNvPr>
          <p:cNvSpPr/>
          <p:nvPr/>
        </p:nvSpPr>
        <p:spPr>
          <a:xfrm>
            <a:off x="5740046" y="282845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87DF83-059E-43E5-ABD5-4604AAC9945C}"/>
              </a:ext>
            </a:extLst>
          </p:cNvPr>
          <p:cNvSpPr txBox="1"/>
          <p:nvPr/>
        </p:nvSpPr>
        <p:spPr>
          <a:xfrm>
            <a:off x="5863184" y="283125"/>
            <a:ext cx="108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Transfer PA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A969EB-17F5-4E86-BD09-C811DAB719F7}"/>
              </a:ext>
            </a:extLst>
          </p:cNvPr>
          <p:cNvSpPr/>
          <p:nvPr/>
        </p:nvSpPr>
        <p:spPr>
          <a:xfrm>
            <a:off x="5740046" y="777125"/>
            <a:ext cx="1300898" cy="45437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8D9514-D172-4BCA-B214-1A59A1F50A09}"/>
              </a:ext>
            </a:extLst>
          </p:cNvPr>
          <p:cNvSpPr txBox="1"/>
          <p:nvPr/>
        </p:nvSpPr>
        <p:spPr>
          <a:xfrm>
            <a:off x="5656349" y="742700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Open window</a:t>
            </a:r>
          </a:p>
          <a:p>
            <a:pPr algn="ctr"/>
            <a:r>
              <a:rPr lang="en-IN" sz="1400" dirty="0"/>
              <a:t>to select the file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4FAF6AA-6849-41A0-9A20-D8E4305170BC}"/>
              </a:ext>
            </a:extLst>
          </p:cNvPr>
          <p:cNvCxnSpPr/>
          <p:nvPr/>
        </p:nvCxnSpPr>
        <p:spPr>
          <a:xfrm>
            <a:off x="6395699" y="588726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Decision 39">
            <a:extLst>
              <a:ext uri="{FF2B5EF4-FFF2-40B4-BE49-F238E27FC236}">
                <a16:creationId xmlns:a16="http://schemas.microsoft.com/office/drawing/2014/main" id="{8720D4CF-B7E0-4370-83D0-79141CC4E198}"/>
              </a:ext>
            </a:extLst>
          </p:cNvPr>
          <p:cNvSpPr/>
          <p:nvPr/>
        </p:nvSpPr>
        <p:spPr>
          <a:xfrm>
            <a:off x="5743261" y="2130792"/>
            <a:ext cx="1295400" cy="1037996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6A29D7-EE65-4333-BFB9-DA75A705F01B}"/>
              </a:ext>
            </a:extLst>
          </p:cNvPr>
          <p:cNvCxnSpPr/>
          <p:nvPr/>
        </p:nvCxnSpPr>
        <p:spPr>
          <a:xfrm>
            <a:off x="6401330" y="1231495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73C9FC-B0DE-4E77-BF1E-73EBC5EA230E}"/>
              </a:ext>
            </a:extLst>
          </p:cNvPr>
          <p:cNvSpPr txBox="1"/>
          <p:nvPr/>
        </p:nvSpPr>
        <p:spPr>
          <a:xfrm>
            <a:off x="5764622" y="2406251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Packet recd </a:t>
            </a:r>
          </a:p>
          <a:p>
            <a:pPr algn="ctr"/>
            <a:r>
              <a:rPr lang="en-IN" sz="1400" dirty="0"/>
              <a:t>by server?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8E8475-65DB-4D8F-8B3B-98654BB5B8AC}"/>
              </a:ext>
            </a:extLst>
          </p:cNvPr>
          <p:cNvSpPr/>
          <p:nvPr/>
        </p:nvSpPr>
        <p:spPr>
          <a:xfrm>
            <a:off x="5762995" y="3354181"/>
            <a:ext cx="1300898" cy="52322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CA8687-598B-4595-92AE-53AF96EE7572}"/>
              </a:ext>
            </a:extLst>
          </p:cNvPr>
          <p:cNvSpPr txBox="1"/>
          <p:nvPr/>
        </p:nvSpPr>
        <p:spPr>
          <a:xfrm>
            <a:off x="5665548" y="3346972"/>
            <a:ext cx="1511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the PA </a:t>
            </a:r>
          </a:p>
          <a:p>
            <a:pPr algn="ctr"/>
            <a:r>
              <a:rPr lang="en-IN" sz="1400" dirty="0"/>
              <a:t>data in bytes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BD49B05-4B22-493B-913E-6844928167D3}"/>
              </a:ext>
            </a:extLst>
          </p:cNvPr>
          <p:cNvCxnSpPr/>
          <p:nvPr/>
        </p:nvCxnSpPr>
        <p:spPr>
          <a:xfrm>
            <a:off x="6391231" y="3169742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731CF86B-609F-4BE6-92F3-07BC38A4C29F}"/>
              </a:ext>
            </a:extLst>
          </p:cNvPr>
          <p:cNvSpPr/>
          <p:nvPr/>
        </p:nvSpPr>
        <p:spPr>
          <a:xfrm>
            <a:off x="5750881" y="4064278"/>
            <a:ext cx="1295400" cy="1037996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272BA66-69E0-4A7D-9A46-BF5739E2F17D}"/>
              </a:ext>
            </a:extLst>
          </p:cNvPr>
          <p:cNvCxnSpPr/>
          <p:nvPr/>
        </p:nvCxnSpPr>
        <p:spPr>
          <a:xfrm>
            <a:off x="6403006" y="3875337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1F2FF3B-7ACF-4CF6-A98D-E1612699FC6E}"/>
              </a:ext>
            </a:extLst>
          </p:cNvPr>
          <p:cNvSpPr txBox="1"/>
          <p:nvPr/>
        </p:nvSpPr>
        <p:spPr>
          <a:xfrm>
            <a:off x="5763126" y="4209140"/>
            <a:ext cx="1295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All data </a:t>
            </a:r>
          </a:p>
          <a:p>
            <a:pPr algn="ctr"/>
            <a:r>
              <a:rPr lang="en-IN" sz="1400" dirty="0"/>
              <a:t>recd ack by </a:t>
            </a:r>
          </a:p>
          <a:p>
            <a:pPr algn="ctr"/>
            <a:r>
              <a:rPr lang="en-IN" sz="1400" dirty="0"/>
              <a:t>server?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F487064-0CE3-4546-96C3-7349BBE64216}"/>
              </a:ext>
            </a:extLst>
          </p:cNvPr>
          <p:cNvCxnSpPr/>
          <p:nvPr/>
        </p:nvCxnSpPr>
        <p:spPr>
          <a:xfrm>
            <a:off x="6399682" y="5102274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2846BDD-CC7F-4558-A110-1631FFAFF0FC}"/>
              </a:ext>
            </a:extLst>
          </p:cNvPr>
          <p:cNvCxnSpPr>
            <a:cxnSpLocks/>
          </p:cNvCxnSpPr>
          <p:nvPr/>
        </p:nvCxnSpPr>
        <p:spPr>
          <a:xfrm flipV="1">
            <a:off x="5892602" y="3877401"/>
            <a:ext cx="0" cy="250168"/>
          </a:xfrm>
          <a:prstGeom prst="straightConnector1">
            <a:avLst/>
          </a:prstGeom>
          <a:ln w="1587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29BC0A3-9328-4AF9-8953-E9D3576DC91E}"/>
              </a:ext>
            </a:extLst>
          </p:cNvPr>
          <p:cNvSpPr txBox="1"/>
          <p:nvPr/>
        </p:nvSpPr>
        <p:spPr>
          <a:xfrm>
            <a:off x="6323923" y="3110333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021983-55CB-41DE-B175-EF4AFDB15452}"/>
              </a:ext>
            </a:extLst>
          </p:cNvPr>
          <p:cNvSpPr txBox="1"/>
          <p:nvPr/>
        </p:nvSpPr>
        <p:spPr>
          <a:xfrm>
            <a:off x="6838642" y="2398816"/>
            <a:ext cx="1708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Timeout (1.5 sec)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36F2FE-BA56-4C0D-9A22-85AA640E922F}"/>
              </a:ext>
            </a:extLst>
          </p:cNvPr>
          <p:cNvSpPr txBox="1"/>
          <p:nvPr/>
        </p:nvSpPr>
        <p:spPr>
          <a:xfrm>
            <a:off x="6324619" y="5057347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FDAB79-3B05-456D-B044-DAF0001AF0D1}"/>
              </a:ext>
            </a:extLst>
          </p:cNvPr>
          <p:cNvSpPr txBox="1"/>
          <p:nvPr/>
        </p:nvSpPr>
        <p:spPr>
          <a:xfrm>
            <a:off x="6982978" y="4338134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8791391-451E-4F46-A746-C7272C0E7B28}"/>
              </a:ext>
            </a:extLst>
          </p:cNvPr>
          <p:cNvCxnSpPr>
            <a:cxnSpLocks/>
          </p:cNvCxnSpPr>
          <p:nvPr/>
        </p:nvCxnSpPr>
        <p:spPr>
          <a:xfrm>
            <a:off x="7065996" y="4579225"/>
            <a:ext cx="439064" cy="0"/>
          </a:xfrm>
          <a:prstGeom prst="straightConnector1">
            <a:avLst/>
          </a:prstGeom>
          <a:ln w="15875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A0A99AE-2549-42AC-9FA1-C8A7C480E0FA}"/>
              </a:ext>
            </a:extLst>
          </p:cNvPr>
          <p:cNvSpPr/>
          <p:nvPr/>
        </p:nvSpPr>
        <p:spPr>
          <a:xfrm>
            <a:off x="5750881" y="1428443"/>
            <a:ext cx="1300898" cy="50605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4E7B31-8FD7-4A36-8A4C-D1B46B37316D}"/>
              </a:ext>
            </a:extLst>
          </p:cNvPr>
          <p:cNvSpPr txBox="1"/>
          <p:nvPr/>
        </p:nvSpPr>
        <p:spPr>
          <a:xfrm>
            <a:off x="5714621" y="1423335"/>
            <a:ext cx="1409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the PA length to server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FE18F1-809E-4E45-8B8A-3CF0F2C63783}"/>
              </a:ext>
            </a:extLst>
          </p:cNvPr>
          <p:cNvCxnSpPr/>
          <p:nvPr/>
        </p:nvCxnSpPr>
        <p:spPr>
          <a:xfrm>
            <a:off x="6395505" y="1935106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BE668668-C3AB-48E3-A145-B0F72CA65434}"/>
              </a:ext>
            </a:extLst>
          </p:cNvPr>
          <p:cNvSpPr/>
          <p:nvPr/>
        </p:nvSpPr>
        <p:spPr>
          <a:xfrm>
            <a:off x="5740046" y="5301423"/>
            <a:ext cx="1300898" cy="52322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D1371B-0A3C-41AE-849F-572864F12E8F}"/>
              </a:ext>
            </a:extLst>
          </p:cNvPr>
          <p:cNvSpPr txBox="1"/>
          <p:nvPr/>
        </p:nvSpPr>
        <p:spPr>
          <a:xfrm>
            <a:off x="5700860" y="5303840"/>
            <a:ext cx="1436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Show result on progress bar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63022F9-EFEA-46F2-AF8D-D6C24F8B4D40}"/>
              </a:ext>
            </a:extLst>
          </p:cNvPr>
          <p:cNvCxnSpPr>
            <a:cxnSpLocks/>
          </p:cNvCxnSpPr>
          <p:nvPr/>
        </p:nvCxnSpPr>
        <p:spPr>
          <a:xfrm>
            <a:off x="5351648" y="4127569"/>
            <a:ext cx="540954" cy="1"/>
          </a:xfrm>
          <a:prstGeom prst="straightConnector1">
            <a:avLst/>
          </a:prstGeom>
          <a:ln w="1587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49EC34-64D7-4327-BE18-38C4E0758454}"/>
              </a:ext>
            </a:extLst>
          </p:cNvPr>
          <p:cNvCxnSpPr>
            <a:cxnSpLocks/>
          </p:cNvCxnSpPr>
          <p:nvPr/>
        </p:nvCxnSpPr>
        <p:spPr>
          <a:xfrm flipV="1">
            <a:off x="5352852" y="3630685"/>
            <a:ext cx="0" cy="496884"/>
          </a:xfrm>
          <a:prstGeom prst="straightConnector1">
            <a:avLst/>
          </a:prstGeom>
          <a:ln w="15875"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5826CBF-67ED-49BD-9A30-71B132E85136}"/>
              </a:ext>
            </a:extLst>
          </p:cNvPr>
          <p:cNvCxnSpPr>
            <a:cxnSpLocks/>
          </p:cNvCxnSpPr>
          <p:nvPr/>
        </p:nvCxnSpPr>
        <p:spPr>
          <a:xfrm>
            <a:off x="5365716" y="3630685"/>
            <a:ext cx="412974" cy="0"/>
          </a:xfrm>
          <a:prstGeom prst="straightConnector1">
            <a:avLst/>
          </a:prstGeom>
          <a:ln w="15875"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8CCA8C0-29C3-4D1F-96B2-57E594C99C18}"/>
              </a:ext>
            </a:extLst>
          </p:cNvPr>
          <p:cNvSpPr txBox="1"/>
          <p:nvPr/>
        </p:nvSpPr>
        <p:spPr>
          <a:xfrm>
            <a:off x="4631101" y="3656372"/>
            <a:ext cx="84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Send all data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9F0717-AAFC-4F2B-82AF-6A738DCD519A}"/>
              </a:ext>
            </a:extLst>
          </p:cNvPr>
          <p:cNvSpPr txBox="1"/>
          <p:nvPr/>
        </p:nvSpPr>
        <p:spPr>
          <a:xfrm>
            <a:off x="7013261" y="767682"/>
            <a:ext cx="1300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 file selected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688AAD4-CD3C-4C8C-979C-799FC03B3586}"/>
              </a:ext>
            </a:extLst>
          </p:cNvPr>
          <p:cNvCxnSpPr>
            <a:cxnSpLocks/>
          </p:cNvCxnSpPr>
          <p:nvPr/>
        </p:nvCxnSpPr>
        <p:spPr>
          <a:xfrm>
            <a:off x="7038661" y="1024454"/>
            <a:ext cx="1275496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85">
            <a:extLst>
              <a:ext uri="{FF2B5EF4-FFF2-40B4-BE49-F238E27FC236}">
                <a16:creationId xmlns:a16="http://schemas.microsoft.com/office/drawing/2014/main" id="{D64C8F58-7045-4EE2-A69F-E4D91855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793" y="588726"/>
            <a:ext cx="2114550" cy="809625"/>
          </a:xfrm>
          <a:prstGeom prst="rect">
            <a:avLst/>
          </a:prstGeom>
        </p:spPr>
      </p:pic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D66E46A-DB66-485F-B45F-112BC2186BDC}"/>
              </a:ext>
            </a:extLst>
          </p:cNvPr>
          <p:cNvCxnSpPr>
            <a:cxnSpLocks/>
          </p:cNvCxnSpPr>
          <p:nvPr/>
        </p:nvCxnSpPr>
        <p:spPr>
          <a:xfrm>
            <a:off x="7050031" y="2652094"/>
            <a:ext cx="1275496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DCEF4EEA-5550-4973-9087-547F28751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163" y="2300774"/>
            <a:ext cx="2114550" cy="809625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9A276E6-F3DE-4DD4-80F3-A11DCAD32C9B}"/>
              </a:ext>
            </a:extLst>
          </p:cNvPr>
          <p:cNvCxnSpPr>
            <a:cxnSpLocks/>
          </p:cNvCxnSpPr>
          <p:nvPr/>
        </p:nvCxnSpPr>
        <p:spPr>
          <a:xfrm>
            <a:off x="7505060" y="2898991"/>
            <a:ext cx="0" cy="1682809"/>
          </a:xfrm>
          <a:prstGeom prst="straightConnector1">
            <a:avLst/>
          </a:prstGeom>
          <a:ln w="15875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CF85776-1F35-47D6-AB46-874C3EF99784}"/>
              </a:ext>
            </a:extLst>
          </p:cNvPr>
          <p:cNvCxnSpPr>
            <a:cxnSpLocks/>
          </p:cNvCxnSpPr>
          <p:nvPr/>
        </p:nvCxnSpPr>
        <p:spPr>
          <a:xfrm>
            <a:off x="7505060" y="2892543"/>
            <a:ext cx="8014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CADCCFE7-7F79-4A39-A3E3-182B3AF2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825" y="4209140"/>
            <a:ext cx="2943225" cy="2286000"/>
          </a:xfrm>
          <a:prstGeom prst="rect">
            <a:avLst/>
          </a:prstGeom>
        </p:spPr>
      </p:pic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20D7BC1-6565-4494-A8FE-81FF89870C00}"/>
              </a:ext>
            </a:extLst>
          </p:cNvPr>
          <p:cNvCxnSpPr>
            <a:cxnSpLocks/>
          </p:cNvCxnSpPr>
          <p:nvPr/>
        </p:nvCxnSpPr>
        <p:spPr>
          <a:xfrm>
            <a:off x="7065996" y="5569355"/>
            <a:ext cx="8014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27434B10-FF54-4D41-A28A-C588F06C45F7}"/>
              </a:ext>
            </a:extLst>
          </p:cNvPr>
          <p:cNvSpPr/>
          <p:nvPr/>
        </p:nvSpPr>
        <p:spPr>
          <a:xfrm>
            <a:off x="239989" y="159194"/>
            <a:ext cx="4089841" cy="295114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443E9A-1DAC-46AD-AF4C-22ABFAA33221}"/>
              </a:ext>
            </a:extLst>
          </p:cNvPr>
          <p:cNvSpPr txBox="1"/>
          <p:nvPr/>
        </p:nvSpPr>
        <p:spPr>
          <a:xfrm>
            <a:off x="1089157" y="258119"/>
            <a:ext cx="240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Verify PA Button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FBDD0ED-ED3A-468E-A18F-4CFC75ADE81C}"/>
              </a:ext>
            </a:extLst>
          </p:cNvPr>
          <p:cNvCxnSpPr>
            <a:cxnSpLocks/>
          </p:cNvCxnSpPr>
          <p:nvPr/>
        </p:nvCxnSpPr>
        <p:spPr>
          <a:xfrm>
            <a:off x="254503" y="6985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8520244-DCE1-487A-B91C-63494ED59597}"/>
              </a:ext>
            </a:extLst>
          </p:cNvPr>
          <p:cNvCxnSpPr>
            <a:cxnSpLocks/>
          </p:cNvCxnSpPr>
          <p:nvPr/>
        </p:nvCxnSpPr>
        <p:spPr>
          <a:xfrm>
            <a:off x="239989" y="8509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8C7012D-6E1D-494A-BFCD-4DD8304863BE}"/>
              </a:ext>
            </a:extLst>
          </p:cNvPr>
          <p:cNvGrpSpPr/>
          <p:nvPr/>
        </p:nvGrpSpPr>
        <p:grpSpPr>
          <a:xfrm>
            <a:off x="324399" y="906182"/>
            <a:ext cx="3415562" cy="646331"/>
            <a:chOff x="2180495" y="1206432"/>
            <a:chExt cx="3415562" cy="646331"/>
          </a:xfrm>
        </p:grpSpPr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E5DB29D1-C0C8-4B90-8E64-E4109443C3A5}"/>
                </a:ext>
              </a:extLst>
            </p:cNvPr>
            <p:cNvSpPr/>
            <p:nvPr/>
          </p:nvSpPr>
          <p:spPr>
            <a:xfrm rot="6808930">
              <a:off x="2228051" y="1278770"/>
              <a:ext cx="129962" cy="225074"/>
            </a:xfrm>
            <a:prstGeom prst="cube">
              <a:avLst/>
            </a:prstGeom>
            <a:solidFill>
              <a:srgbClr val="FA0E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96829C2-418C-4573-9867-4B7DD4A2A17C}"/>
                </a:ext>
              </a:extLst>
            </p:cNvPr>
            <p:cNvSpPr txBox="1"/>
            <p:nvPr/>
          </p:nvSpPr>
          <p:spPr>
            <a:xfrm>
              <a:off x="2433728" y="1206432"/>
              <a:ext cx="3162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dirty="0"/>
                <a:t>Check for valid credentials and connection to RFM server 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F01A45F-D681-439D-9F98-DD283C8657E8}"/>
              </a:ext>
            </a:extLst>
          </p:cNvPr>
          <p:cNvSpPr txBox="1"/>
          <p:nvPr/>
        </p:nvSpPr>
        <p:spPr>
          <a:xfrm>
            <a:off x="377403" y="1543148"/>
            <a:ext cx="289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sendPacket(_VERIFY_PA)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70E326-E658-4938-B239-DCC82C4E97E4}"/>
              </a:ext>
            </a:extLst>
          </p:cNvPr>
          <p:cNvSpPr txBox="1"/>
          <p:nvPr/>
        </p:nvSpPr>
        <p:spPr>
          <a:xfrm>
            <a:off x="129936" y="1915433"/>
            <a:ext cx="422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Show progress bar for verification</a:t>
            </a:r>
          </a:p>
        </p:txBody>
      </p:sp>
      <p:sp>
        <p:nvSpPr>
          <p:cNvPr id="73" name="Cube 72">
            <a:extLst>
              <a:ext uri="{FF2B5EF4-FFF2-40B4-BE49-F238E27FC236}">
                <a16:creationId xmlns:a16="http://schemas.microsoft.com/office/drawing/2014/main" id="{DF06E4AF-8DAD-4FD4-AEA8-1BFE2D9BA9BA}"/>
              </a:ext>
            </a:extLst>
          </p:cNvPr>
          <p:cNvSpPr/>
          <p:nvPr/>
        </p:nvSpPr>
        <p:spPr>
          <a:xfrm rot="6808930">
            <a:off x="365892" y="1592818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Cube 73">
            <a:extLst>
              <a:ext uri="{FF2B5EF4-FFF2-40B4-BE49-F238E27FC236}">
                <a16:creationId xmlns:a16="http://schemas.microsoft.com/office/drawing/2014/main" id="{CC455088-13EC-426F-A79B-13D35172642B}"/>
              </a:ext>
            </a:extLst>
          </p:cNvPr>
          <p:cNvSpPr/>
          <p:nvPr/>
        </p:nvSpPr>
        <p:spPr>
          <a:xfrm rot="6808930">
            <a:off x="382764" y="197179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E93A95-89A8-42EC-8174-040964F55237}"/>
              </a:ext>
            </a:extLst>
          </p:cNvPr>
          <p:cNvSpPr txBox="1"/>
          <p:nvPr/>
        </p:nvSpPr>
        <p:spPr>
          <a:xfrm>
            <a:off x="390655" y="2647685"/>
            <a:ext cx="257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Display results/errors </a:t>
            </a:r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8086DB46-E699-4165-B08B-DB34274CD5D3}"/>
              </a:ext>
            </a:extLst>
          </p:cNvPr>
          <p:cNvSpPr/>
          <p:nvPr/>
        </p:nvSpPr>
        <p:spPr>
          <a:xfrm rot="6808930">
            <a:off x="382764" y="2707226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34CFDF2-A3A7-498F-8B10-5C50F454E48C}"/>
              </a:ext>
            </a:extLst>
          </p:cNvPr>
          <p:cNvSpPr txBox="1"/>
          <p:nvPr/>
        </p:nvSpPr>
        <p:spPr>
          <a:xfrm>
            <a:off x="338836" y="2278353"/>
            <a:ext cx="422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Show progress bar for upload PA to FC</a:t>
            </a: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F536242C-CA65-4509-A207-75D6C62CB1CF}"/>
              </a:ext>
            </a:extLst>
          </p:cNvPr>
          <p:cNvSpPr/>
          <p:nvPr/>
        </p:nvSpPr>
        <p:spPr>
          <a:xfrm rot="6808930">
            <a:off x="382764" y="234837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4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12DFD5-0B9D-4778-ADA8-E76269494D42}"/>
              </a:ext>
            </a:extLst>
          </p:cNvPr>
          <p:cNvSpPr/>
          <p:nvPr/>
        </p:nvSpPr>
        <p:spPr>
          <a:xfrm>
            <a:off x="4287488" y="1630825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C8B17-A1D5-44F1-B637-0963E2D67B19}"/>
              </a:ext>
            </a:extLst>
          </p:cNvPr>
          <p:cNvSpPr txBox="1"/>
          <p:nvPr/>
        </p:nvSpPr>
        <p:spPr>
          <a:xfrm>
            <a:off x="4410626" y="1631105"/>
            <a:ext cx="108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Verify PA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82970-2B42-4593-A918-8B1D9B146034}"/>
              </a:ext>
            </a:extLst>
          </p:cNvPr>
          <p:cNvSpPr/>
          <p:nvPr/>
        </p:nvSpPr>
        <p:spPr>
          <a:xfrm>
            <a:off x="4315529" y="2149055"/>
            <a:ext cx="1300898" cy="45437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DE250-29B0-4F2E-A0D7-15D27F645DC4}"/>
              </a:ext>
            </a:extLst>
          </p:cNvPr>
          <p:cNvSpPr txBox="1"/>
          <p:nvPr/>
        </p:nvSpPr>
        <p:spPr>
          <a:xfrm>
            <a:off x="4231832" y="2129144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the request packet to 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081E71-5A82-4012-93B0-82DCE05D5F26}"/>
              </a:ext>
            </a:extLst>
          </p:cNvPr>
          <p:cNvCxnSpPr>
            <a:cxnSpLocks/>
          </p:cNvCxnSpPr>
          <p:nvPr/>
        </p:nvCxnSpPr>
        <p:spPr>
          <a:xfrm>
            <a:off x="4943141" y="1936706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771DBC-917E-4671-BCE2-AFA055FF9DF2}"/>
              </a:ext>
            </a:extLst>
          </p:cNvPr>
          <p:cNvCxnSpPr>
            <a:cxnSpLocks/>
          </p:cNvCxnSpPr>
          <p:nvPr/>
        </p:nvCxnSpPr>
        <p:spPr>
          <a:xfrm>
            <a:off x="4953000" y="2603500"/>
            <a:ext cx="1" cy="39370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CCE8C2-6E76-42AA-9979-C59233DCDBE7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99934" y="2999943"/>
            <a:ext cx="6589824" cy="0"/>
          </a:xfrm>
          <a:prstGeom prst="straightConnector1">
            <a:avLst/>
          </a:prstGeom>
          <a:ln w="1587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>
            <a:extLst>
              <a:ext uri="{FF2B5EF4-FFF2-40B4-BE49-F238E27FC236}">
                <a16:creationId xmlns:a16="http://schemas.microsoft.com/office/drawing/2014/main" id="{3CB976B8-0C06-4E96-8361-4C9F7943BE8E}"/>
              </a:ext>
            </a:extLst>
          </p:cNvPr>
          <p:cNvSpPr/>
          <p:nvPr/>
        </p:nvSpPr>
        <p:spPr>
          <a:xfrm>
            <a:off x="719766" y="2609772"/>
            <a:ext cx="980168" cy="78034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48470-91D8-4F16-B4E5-FCE620C7CA23}"/>
              </a:ext>
            </a:extLst>
          </p:cNvPr>
          <p:cNvCxnSpPr/>
          <p:nvPr/>
        </p:nvCxnSpPr>
        <p:spPr>
          <a:xfrm>
            <a:off x="1208414" y="3388872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5BD61AC-9C49-4FBA-A951-13684F1F396B}"/>
              </a:ext>
            </a:extLst>
          </p:cNvPr>
          <p:cNvSpPr txBox="1"/>
          <p:nvPr/>
        </p:nvSpPr>
        <p:spPr>
          <a:xfrm>
            <a:off x="1104323" y="3329431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9A810D-8DD3-40FA-BDCB-CB03C994490B}"/>
              </a:ext>
            </a:extLst>
          </p:cNvPr>
          <p:cNvSpPr txBox="1"/>
          <p:nvPr/>
        </p:nvSpPr>
        <p:spPr>
          <a:xfrm>
            <a:off x="1120171" y="2366651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2727496-9E6B-4A48-890E-C6DA775C161D}"/>
              </a:ext>
            </a:extLst>
          </p:cNvPr>
          <p:cNvCxnSpPr>
            <a:cxnSpLocks/>
          </p:cNvCxnSpPr>
          <p:nvPr/>
        </p:nvCxnSpPr>
        <p:spPr>
          <a:xfrm>
            <a:off x="1204522" y="2318502"/>
            <a:ext cx="3892" cy="291270"/>
          </a:xfrm>
          <a:prstGeom prst="straightConnector1">
            <a:avLst/>
          </a:prstGeom>
          <a:ln w="15875"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DD1B530-3603-4442-B693-34316D032E58}"/>
              </a:ext>
            </a:extLst>
          </p:cNvPr>
          <p:cNvSpPr txBox="1"/>
          <p:nvPr/>
        </p:nvSpPr>
        <p:spPr>
          <a:xfrm>
            <a:off x="848875" y="2785690"/>
            <a:ext cx="76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PA verify resp ok?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1DC8101-1248-45E0-9946-3CBF16F6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70" y="1518133"/>
            <a:ext cx="1888579" cy="809625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F49120-5F85-4A8F-B7E7-A735B207F768}"/>
              </a:ext>
            </a:extLst>
          </p:cNvPr>
          <p:cNvCxnSpPr>
            <a:cxnSpLocks/>
          </p:cNvCxnSpPr>
          <p:nvPr/>
        </p:nvCxnSpPr>
        <p:spPr>
          <a:xfrm>
            <a:off x="3184595" y="2998645"/>
            <a:ext cx="0" cy="631247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845A499C-EAE4-4915-AF19-35DDEEB7C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35" y="3614434"/>
            <a:ext cx="1858150" cy="1443223"/>
          </a:xfrm>
          <a:prstGeom prst="rect">
            <a:avLst/>
          </a:prstGeom>
        </p:spPr>
      </p:pic>
      <p:sp>
        <p:nvSpPr>
          <p:cNvPr id="65" name="Flowchart: Decision 64">
            <a:extLst>
              <a:ext uri="{FF2B5EF4-FFF2-40B4-BE49-F238E27FC236}">
                <a16:creationId xmlns:a16="http://schemas.microsoft.com/office/drawing/2014/main" id="{19CFE21E-7B85-4F31-890E-8A1C44FB6D8B}"/>
              </a:ext>
            </a:extLst>
          </p:cNvPr>
          <p:cNvSpPr/>
          <p:nvPr/>
        </p:nvSpPr>
        <p:spPr>
          <a:xfrm>
            <a:off x="2694088" y="3629426"/>
            <a:ext cx="980168" cy="78034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8B2A9-A852-4E55-86E9-400E28D4DDBE}"/>
              </a:ext>
            </a:extLst>
          </p:cNvPr>
          <p:cNvSpPr txBox="1"/>
          <p:nvPr/>
        </p:nvSpPr>
        <p:spPr>
          <a:xfrm>
            <a:off x="2735499" y="3696430"/>
            <a:ext cx="872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PA Signature ok?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3D073F-879A-4855-BDE3-524094A55EE3}"/>
              </a:ext>
            </a:extLst>
          </p:cNvPr>
          <p:cNvCxnSpPr>
            <a:cxnSpLocks/>
          </p:cNvCxnSpPr>
          <p:nvPr/>
        </p:nvCxnSpPr>
        <p:spPr>
          <a:xfrm flipV="1">
            <a:off x="3184172" y="4409767"/>
            <a:ext cx="0" cy="378167"/>
          </a:xfrm>
          <a:prstGeom prst="straightConnector1">
            <a:avLst/>
          </a:prstGeom>
          <a:ln w="15875"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5515EB-AB57-4D23-9592-CC3045199C14}"/>
              </a:ext>
            </a:extLst>
          </p:cNvPr>
          <p:cNvCxnSpPr>
            <a:cxnSpLocks/>
          </p:cNvCxnSpPr>
          <p:nvPr/>
        </p:nvCxnSpPr>
        <p:spPr>
          <a:xfrm flipH="1">
            <a:off x="2124885" y="4326870"/>
            <a:ext cx="373267" cy="0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56F3E69-4544-4A82-9A67-46CD5AE045F0}"/>
              </a:ext>
            </a:extLst>
          </p:cNvPr>
          <p:cNvCxnSpPr>
            <a:cxnSpLocks/>
          </p:cNvCxnSpPr>
          <p:nvPr/>
        </p:nvCxnSpPr>
        <p:spPr>
          <a:xfrm>
            <a:off x="2498152" y="4006178"/>
            <a:ext cx="0" cy="320692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FE585B0-F59E-4864-BAD2-9CAAACB8F671}"/>
              </a:ext>
            </a:extLst>
          </p:cNvPr>
          <p:cNvCxnSpPr>
            <a:cxnSpLocks/>
          </p:cNvCxnSpPr>
          <p:nvPr/>
        </p:nvCxnSpPr>
        <p:spPr>
          <a:xfrm>
            <a:off x="2498152" y="4006178"/>
            <a:ext cx="195936" cy="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321B4C9-07B0-48E4-8AD8-1C3F45DD1A9E}"/>
              </a:ext>
            </a:extLst>
          </p:cNvPr>
          <p:cNvSpPr txBox="1"/>
          <p:nvPr/>
        </p:nvSpPr>
        <p:spPr>
          <a:xfrm>
            <a:off x="2311518" y="3768161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E88415-57DE-4E6C-AB0D-1AD4FE778F64}"/>
              </a:ext>
            </a:extLst>
          </p:cNvPr>
          <p:cNvSpPr txBox="1"/>
          <p:nvPr/>
        </p:nvSpPr>
        <p:spPr>
          <a:xfrm>
            <a:off x="3044570" y="4460919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3C8DA0AA-3FDB-4575-AC16-DD0433CD6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158" y="4796894"/>
            <a:ext cx="1438275" cy="819150"/>
          </a:xfrm>
          <a:prstGeom prst="rect">
            <a:avLst/>
          </a:prstGeom>
        </p:spPr>
      </p:pic>
      <p:sp>
        <p:nvSpPr>
          <p:cNvPr id="87" name="Flowchart: Decision 86">
            <a:extLst>
              <a:ext uri="{FF2B5EF4-FFF2-40B4-BE49-F238E27FC236}">
                <a16:creationId xmlns:a16="http://schemas.microsoft.com/office/drawing/2014/main" id="{A4F5BA01-58C5-40D0-9C63-DD8B3D5C07B8}"/>
              </a:ext>
            </a:extLst>
          </p:cNvPr>
          <p:cNvSpPr/>
          <p:nvPr/>
        </p:nvSpPr>
        <p:spPr>
          <a:xfrm>
            <a:off x="5048662" y="3618839"/>
            <a:ext cx="980168" cy="78034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3755F6-1545-427B-92E2-81C21C44856A}"/>
              </a:ext>
            </a:extLst>
          </p:cNvPr>
          <p:cNvSpPr txBox="1"/>
          <p:nvPr/>
        </p:nvSpPr>
        <p:spPr>
          <a:xfrm>
            <a:off x="5120137" y="3778826"/>
            <a:ext cx="872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Drone ID  match ok?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6B4921D-13D3-4EC3-95A4-1DE4E7168EEA}"/>
              </a:ext>
            </a:extLst>
          </p:cNvPr>
          <p:cNvCxnSpPr>
            <a:cxnSpLocks/>
          </p:cNvCxnSpPr>
          <p:nvPr/>
        </p:nvCxnSpPr>
        <p:spPr>
          <a:xfrm flipV="1">
            <a:off x="5538746" y="4399180"/>
            <a:ext cx="0" cy="378167"/>
          </a:xfrm>
          <a:prstGeom prst="straightConnector1">
            <a:avLst/>
          </a:prstGeom>
          <a:ln w="15875"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041E52-4B4C-4613-9FCF-38D99724EFD7}"/>
              </a:ext>
            </a:extLst>
          </p:cNvPr>
          <p:cNvCxnSpPr>
            <a:cxnSpLocks/>
          </p:cNvCxnSpPr>
          <p:nvPr/>
        </p:nvCxnSpPr>
        <p:spPr>
          <a:xfrm flipH="1">
            <a:off x="1227221" y="5949042"/>
            <a:ext cx="5757816" cy="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C09E068-5A7D-486F-8312-669698111B6E}"/>
              </a:ext>
            </a:extLst>
          </p:cNvPr>
          <p:cNvCxnSpPr>
            <a:cxnSpLocks/>
          </p:cNvCxnSpPr>
          <p:nvPr/>
        </p:nvCxnSpPr>
        <p:spPr>
          <a:xfrm flipH="1">
            <a:off x="4241800" y="3995591"/>
            <a:ext cx="4647" cy="1948009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9C4EA82-D92F-4891-8D3E-411C5382B23D}"/>
              </a:ext>
            </a:extLst>
          </p:cNvPr>
          <p:cNvCxnSpPr>
            <a:cxnSpLocks/>
          </p:cNvCxnSpPr>
          <p:nvPr/>
        </p:nvCxnSpPr>
        <p:spPr>
          <a:xfrm>
            <a:off x="4246447" y="3995591"/>
            <a:ext cx="814915" cy="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905506A-C601-4864-8EE0-EEBB2C0E725D}"/>
              </a:ext>
            </a:extLst>
          </p:cNvPr>
          <p:cNvSpPr txBox="1"/>
          <p:nvPr/>
        </p:nvSpPr>
        <p:spPr>
          <a:xfrm>
            <a:off x="4389752" y="3726995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095387A-1AAF-4206-AF1B-FE11F070AD5E}"/>
              </a:ext>
            </a:extLst>
          </p:cNvPr>
          <p:cNvSpPr txBox="1"/>
          <p:nvPr/>
        </p:nvSpPr>
        <p:spPr>
          <a:xfrm>
            <a:off x="5411844" y="4450332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1FC4EE32-1380-4F64-9AA4-3F7259F9B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353" y="4804813"/>
            <a:ext cx="2197482" cy="693502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1056BEB-4978-4B71-B582-519C073BA0DF}"/>
              </a:ext>
            </a:extLst>
          </p:cNvPr>
          <p:cNvCxnSpPr>
            <a:cxnSpLocks/>
          </p:cNvCxnSpPr>
          <p:nvPr/>
        </p:nvCxnSpPr>
        <p:spPr>
          <a:xfrm>
            <a:off x="1229659" y="5043597"/>
            <a:ext cx="0" cy="900003"/>
          </a:xfrm>
          <a:prstGeom prst="straightConnector1">
            <a:avLst/>
          </a:prstGeom>
          <a:ln w="15875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B8BA982-5A3B-412B-8C35-D06E09D10172}"/>
              </a:ext>
            </a:extLst>
          </p:cNvPr>
          <p:cNvCxnSpPr>
            <a:cxnSpLocks/>
          </p:cNvCxnSpPr>
          <p:nvPr/>
        </p:nvCxnSpPr>
        <p:spPr>
          <a:xfrm>
            <a:off x="5538746" y="3002985"/>
            <a:ext cx="0" cy="631247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8427E772-EB9C-4411-BAD7-CA7AC1BA9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2004" y="4790544"/>
            <a:ext cx="1901823" cy="719609"/>
          </a:xfrm>
          <a:prstGeom prst="rect">
            <a:avLst/>
          </a:prstGeom>
        </p:spPr>
      </p:pic>
      <p:sp>
        <p:nvSpPr>
          <p:cNvPr id="125" name="Flowchart: Decision 124">
            <a:extLst>
              <a:ext uri="{FF2B5EF4-FFF2-40B4-BE49-F238E27FC236}">
                <a16:creationId xmlns:a16="http://schemas.microsoft.com/office/drawing/2014/main" id="{9D38482C-F9D6-4380-AD20-4F7B0466813F}"/>
              </a:ext>
            </a:extLst>
          </p:cNvPr>
          <p:cNvSpPr/>
          <p:nvPr/>
        </p:nvSpPr>
        <p:spPr>
          <a:xfrm>
            <a:off x="7787251" y="3617471"/>
            <a:ext cx="980168" cy="78034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3DEE85C-73AF-497D-A494-8883B1758CE4}"/>
              </a:ext>
            </a:extLst>
          </p:cNvPr>
          <p:cNvSpPr txBox="1"/>
          <p:nvPr/>
        </p:nvSpPr>
        <p:spPr>
          <a:xfrm>
            <a:off x="7858726" y="3790158"/>
            <a:ext cx="872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Server has  drone ID?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B5326E6-6318-49F4-9598-5CC8E614150E}"/>
              </a:ext>
            </a:extLst>
          </p:cNvPr>
          <p:cNvCxnSpPr>
            <a:cxnSpLocks/>
          </p:cNvCxnSpPr>
          <p:nvPr/>
        </p:nvCxnSpPr>
        <p:spPr>
          <a:xfrm flipV="1">
            <a:off x="8277335" y="4397812"/>
            <a:ext cx="0" cy="378167"/>
          </a:xfrm>
          <a:prstGeom prst="straightConnector1">
            <a:avLst/>
          </a:prstGeom>
          <a:ln w="15875"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7D0281E-9443-4E13-B082-32A942AA89D3}"/>
              </a:ext>
            </a:extLst>
          </p:cNvPr>
          <p:cNvCxnSpPr>
            <a:cxnSpLocks/>
          </p:cNvCxnSpPr>
          <p:nvPr/>
        </p:nvCxnSpPr>
        <p:spPr>
          <a:xfrm>
            <a:off x="6985036" y="3994223"/>
            <a:ext cx="814915" cy="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6EA88E0B-C9B2-4A70-A7EA-E914A7BCB1E4}"/>
              </a:ext>
            </a:extLst>
          </p:cNvPr>
          <p:cNvSpPr txBox="1"/>
          <p:nvPr/>
        </p:nvSpPr>
        <p:spPr>
          <a:xfrm>
            <a:off x="7298571" y="3725627"/>
            <a:ext cx="431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A3E0B08-D171-4608-81E3-9D76FB32EF67}"/>
              </a:ext>
            </a:extLst>
          </p:cNvPr>
          <p:cNvSpPr txBox="1"/>
          <p:nvPr/>
        </p:nvSpPr>
        <p:spPr>
          <a:xfrm>
            <a:off x="8150433" y="4448964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D0AB86C-C44A-4556-846F-9B2465D99610}"/>
              </a:ext>
            </a:extLst>
          </p:cNvPr>
          <p:cNvCxnSpPr>
            <a:cxnSpLocks/>
          </p:cNvCxnSpPr>
          <p:nvPr/>
        </p:nvCxnSpPr>
        <p:spPr>
          <a:xfrm>
            <a:off x="8277335" y="3001617"/>
            <a:ext cx="0" cy="631247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03A1E06-3ECB-4DE9-A0B1-541AE8FCDE03}"/>
              </a:ext>
            </a:extLst>
          </p:cNvPr>
          <p:cNvCxnSpPr>
            <a:cxnSpLocks/>
          </p:cNvCxnSpPr>
          <p:nvPr/>
        </p:nvCxnSpPr>
        <p:spPr>
          <a:xfrm>
            <a:off x="6985036" y="3985985"/>
            <a:ext cx="0" cy="1957615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A5DB0AB-1D30-4F33-8E6A-E3C6F4BABCA9}"/>
              </a:ext>
            </a:extLst>
          </p:cNvPr>
          <p:cNvCxnSpPr>
            <a:cxnSpLocks/>
          </p:cNvCxnSpPr>
          <p:nvPr/>
        </p:nvCxnSpPr>
        <p:spPr>
          <a:xfrm>
            <a:off x="7244794" y="2658915"/>
            <a:ext cx="0" cy="351277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lowchart: Decision 162">
            <a:extLst>
              <a:ext uri="{FF2B5EF4-FFF2-40B4-BE49-F238E27FC236}">
                <a16:creationId xmlns:a16="http://schemas.microsoft.com/office/drawing/2014/main" id="{150D2266-AC2A-411B-B987-F7187D90A619}"/>
              </a:ext>
            </a:extLst>
          </p:cNvPr>
          <p:cNvSpPr/>
          <p:nvPr/>
        </p:nvSpPr>
        <p:spPr>
          <a:xfrm>
            <a:off x="6754710" y="1877961"/>
            <a:ext cx="980168" cy="780341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8996E5E-0F27-4CDF-BD11-1D761D0FDF9E}"/>
              </a:ext>
            </a:extLst>
          </p:cNvPr>
          <p:cNvSpPr txBox="1"/>
          <p:nvPr/>
        </p:nvSpPr>
        <p:spPr>
          <a:xfrm>
            <a:off x="6826185" y="2050648"/>
            <a:ext cx="872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Upload resp ok?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BBE0EC6-62B5-445E-A302-4EB93E8F7017}"/>
              </a:ext>
            </a:extLst>
          </p:cNvPr>
          <p:cNvCxnSpPr>
            <a:cxnSpLocks/>
          </p:cNvCxnSpPr>
          <p:nvPr/>
        </p:nvCxnSpPr>
        <p:spPr>
          <a:xfrm>
            <a:off x="7236995" y="1580343"/>
            <a:ext cx="3892" cy="291270"/>
          </a:xfrm>
          <a:prstGeom prst="straightConnector1">
            <a:avLst/>
          </a:prstGeom>
          <a:ln w="15875">
            <a:prstDash val="sysDash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36A4272-91C2-40C7-8002-6F02B88C76EE}"/>
              </a:ext>
            </a:extLst>
          </p:cNvPr>
          <p:cNvSpPr txBox="1"/>
          <p:nvPr/>
        </p:nvSpPr>
        <p:spPr>
          <a:xfrm>
            <a:off x="6770632" y="1613335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6BB29149-C532-4CF8-9391-3284A4175C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9387" y="715029"/>
            <a:ext cx="1884686" cy="1453032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3433435A-3BCF-4956-B574-62756CD277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695" y="738345"/>
            <a:ext cx="2057400" cy="809625"/>
          </a:xfrm>
          <a:prstGeom prst="rect">
            <a:avLst/>
          </a:prstGeom>
        </p:spPr>
      </p:pic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F46EED7-2E75-47C5-8581-A1C554329BD4}"/>
              </a:ext>
            </a:extLst>
          </p:cNvPr>
          <p:cNvCxnSpPr>
            <a:cxnSpLocks/>
          </p:cNvCxnSpPr>
          <p:nvPr/>
        </p:nvCxnSpPr>
        <p:spPr>
          <a:xfrm>
            <a:off x="7734703" y="2262314"/>
            <a:ext cx="1307697" cy="0"/>
          </a:xfrm>
          <a:prstGeom prst="straightConnector1">
            <a:avLst/>
          </a:prstGeom>
          <a:ln w="158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A8686702-987E-4B62-A740-08D6D02C4B98}"/>
              </a:ext>
            </a:extLst>
          </p:cNvPr>
          <p:cNvCxnSpPr>
            <a:cxnSpLocks/>
          </p:cNvCxnSpPr>
          <p:nvPr/>
        </p:nvCxnSpPr>
        <p:spPr>
          <a:xfrm>
            <a:off x="9044516" y="1511300"/>
            <a:ext cx="0" cy="1734758"/>
          </a:xfrm>
          <a:prstGeom prst="straightConnector1">
            <a:avLst/>
          </a:prstGeom>
          <a:ln w="15875"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93BD3B2-13C1-4961-883E-918B8DC58987}"/>
              </a:ext>
            </a:extLst>
          </p:cNvPr>
          <p:cNvCxnSpPr>
            <a:cxnSpLocks/>
          </p:cNvCxnSpPr>
          <p:nvPr/>
        </p:nvCxnSpPr>
        <p:spPr>
          <a:xfrm>
            <a:off x="9044516" y="1507007"/>
            <a:ext cx="683684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0D9DBB81-1F75-4097-97FF-BDC908C4B191}"/>
              </a:ext>
            </a:extLst>
          </p:cNvPr>
          <p:cNvCxnSpPr>
            <a:cxnSpLocks/>
          </p:cNvCxnSpPr>
          <p:nvPr/>
        </p:nvCxnSpPr>
        <p:spPr>
          <a:xfrm>
            <a:off x="9044516" y="3263105"/>
            <a:ext cx="658284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0" name="Picture 189">
            <a:extLst>
              <a:ext uri="{FF2B5EF4-FFF2-40B4-BE49-F238E27FC236}">
                <a16:creationId xmlns:a16="http://schemas.microsoft.com/office/drawing/2014/main" id="{E50E9B63-7042-4C0D-8B3A-6B8A09001A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9140" y="2900739"/>
            <a:ext cx="1986244" cy="748066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A4745780-D255-47E9-A039-D1F76777B49B}"/>
              </a:ext>
            </a:extLst>
          </p:cNvPr>
          <p:cNvSpPr txBox="1"/>
          <p:nvPr/>
        </p:nvSpPr>
        <p:spPr>
          <a:xfrm>
            <a:off x="9007067" y="2768598"/>
            <a:ext cx="782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Upload complete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6B9A7B2-B829-46C4-A0BA-367967BDD278}"/>
              </a:ext>
            </a:extLst>
          </p:cNvPr>
          <p:cNvSpPr txBox="1"/>
          <p:nvPr/>
        </p:nvSpPr>
        <p:spPr>
          <a:xfrm>
            <a:off x="8943970" y="1041050"/>
            <a:ext cx="832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Waiting for upload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0D73FE04-3DB9-46A9-B985-003D194FCEA8}"/>
              </a:ext>
            </a:extLst>
          </p:cNvPr>
          <p:cNvSpPr txBox="1"/>
          <p:nvPr/>
        </p:nvSpPr>
        <p:spPr>
          <a:xfrm>
            <a:off x="8045516" y="1991135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39263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17820F-B8A3-46FB-9602-F71CDA43DF6D}"/>
              </a:ext>
            </a:extLst>
          </p:cNvPr>
          <p:cNvSpPr/>
          <p:nvPr/>
        </p:nvSpPr>
        <p:spPr>
          <a:xfrm>
            <a:off x="239989" y="159194"/>
            <a:ext cx="4089841" cy="295114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FEA12-218E-4D48-946A-74F0B69BAB61}"/>
              </a:ext>
            </a:extLst>
          </p:cNvPr>
          <p:cNvSpPr txBox="1"/>
          <p:nvPr/>
        </p:nvSpPr>
        <p:spPr>
          <a:xfrm>
            <a:off x="1089157" y="258119"/>
            <a:ext cx="2409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Download PA Button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5E124E-4049-45F4-BBF5-E9650F5867C8}"/>
              </a:ext>
            </a:extLst>
          </p:cNvPr>
          <p:cNvCxnSpPr>
            <a:cxnSpLocks/>
          </p:cNvCxnSpPr>
          <p:nvPr/>
        </p:nvCxnSpPr>
        <p:spPr>
          <a:xfrm>
            <a:off x="254503" y="6985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27A5B9-3E32-4FE5-85E0-969AB2ED7C8F}"/>
              </a:ext>
            </a:extLst>
          </p:cNvPr>
          <p:cNvCxnSpPr>
            <a:cxnSpLocks/>
          </p:cNvCxnSpPr>
          <p:nvPr/>
        </p:nvCxnSpPr>
        <p:spPr>
          <a:xfrm>
            <a:off x="239989" y="8509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6734979-B44C-4E0F-89FF-62A6C9958C2A}"/>
              </a:ext>
            </a:extLst>
          </p:cNvPr>
          <p:cNvGrpSpPr/>
          <p:nvPr/>
        </p:nvGrpSpPr>
        <p:grpSpPr>
          <a:xfrm>
            <a:off x="324399" y="906182"/>
            <a:ext cx="3415562" cy="646331"/>
            <a:chOff x="2180495" y="1206432"/>
            <a:chExt cx="3415562" cy="646331"/>
          </a:xfrm>
        </p:grpSpPr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8D3AB90D-F0E9-4399-AC41-8A3C8E44DBE5}"/>
                </a:ext>
              </a:extLst>
            </p:cNvPr>
            <p:cNvSpPr/>
            <p:nvPr/>
          </p:nvSpPr>
          <p:spPr>
            <a:xfrm rot="6808930">
              <a:off x="2228051" y="1278770"/>
              <a:ext cx="129962" cy="225074"/>
            </a:xfrm>
            <a:prstGeom prst="cube">
              <a:avLst/>
            </a:prstGeom>
            <a:solidFill>
              <a:srgbClr val="FA0E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A783C9-58EB-47F4-8C1C-0D8C117B3BAB}"/>
                </a:ext>
              </a:extLst>
            </p:cNvPr>
            <p:cNvSpPr txBox="1"/>
            <p:nvPr/>
          </p:nvSpPr>
          <p:spPr>
            <a:xfrm>
              <a:off x="2433728" y="1206432"/>
              <a:ext cx="3162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dirty="0"/>
                <a:t>Check for valid credentials and connection to RFM server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FE9F586-FB9F-465C-B2E9-F0E6FB2459EB}"/>
              </a:ext>
            </a:extLst>
          </p:cNvPr>
          <p:cNvSpPr txBox="1"/>
          <p:nvPr/>
        </p:nvSpPr>
        <p:spPr>
          <a:xfrm>
            <a:off x="338836" y="1543148"/>
            <a:ext cx="348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sendPacket(_DOWNLOAD_PA)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90C15-7BAD-4014-8675-1CF81565972C}"/>
              </a:ext>
            </a:extLst>
          </p:cNvPr>
          <p:cNvSpPr txBox="1"/>
          <p:nvPr/>
        </p:nvSpPr>
        <p:spPr>
          <a:xfrm>
            <a:off x="129936" y="1915433"/>
            <a:ext cx="398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Receive num bytes length in PA</a:t>
            </a:r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CE973E62-92BC-4157-9F63-6C4EB8601DAE}"/>
              </a:ext>
            </a:extLst>
          </p:cNvPr>
          <p:cNvSpPr/>
          <p:nvPr/>
        </p:nvSpPr>
        <p:spPr>
          <a:xfrm rot="6808930">
            <a:off x="365892" y="1592818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2CB7784-84B4-4627-A457-491DF2083C9D}"/>
              </a:ext>
            </a:extLst>
          </p:cNvPr>
          <p:cNvSpPr/>
          <p:nvPr/>
        </p:nvSpPr>
        <p:spPr>
          <a:xfrm rot="6808930">
            <a:off x="382764" y="197179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B1085-0868-4CB1-AE47-78FB77A8B72B}"/>
              </a:ext>
            </a:extLst>
          </p:cNvPr>
          <p:cNvSpPr txBox="1"/>
          <p:nvPr/>
        </p:nvSpPr>
        <p:spPr>
          <a:xfrm>
            <a:off x="390655" y="2647685"/>
            <a:ext cx="372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Open window, select file and write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271ED82E-1649-4633-8895-8913BF596873}"/>
              </a:ext>
            </a:extLst>
          </p:cNvPr>
          <p:cNvSpPr/>
          <p:nvPr/>
        </p:nvSpPr>
        <p:spPr>
          <a:xfrm rot="6808930">
            <a:off x="382764" y="2707226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70FA89-5B1F-4BB7-8817-F928A5AB097B}"/>
              </a:ext>
            </a:extLst>
          </p:cNvPr>
          <p:cNvSpPr txBox="1"/>
          <p:nvPr/>
        </p:nvSpPr>
        <p:spPr>
          <a:xfrm>
            <a:off x="455220" y="2278353"/>
            <a:ext cx="391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Receive all the data bytes from server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9C51E703-EE2D-45CE-8B02-E5930957ED79}"/>
              </a:ext>
            </a:extLst>
          </p:cNvPr>
          <p:cNvSpPr/>
          <p:nvPr/>
        </p:nvSpPr>
        <p:spPr>
          <a:xfrm rot="6808930">
            <a:off x="382764" y="234837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636759-930B-49C1-9378-0F3B6EDCC1D1}"/>
              </a:ext>
            </a:extLst>
          </p:cNvPr>
          <p:cNvSpPr/>
          <p:nvPr/>
        </p:nvSpPr>
        <p:spPr>
          <a:xfrm>
            <a:off x="6818210" y="303352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0801E-BD66-4E3E-848F-1A26A046923D}"/>
              </a:ext>
            </a:extLst>
          </p:cNvPr>
          <p:cNvSpPr txBox="1"/>
          <p:nvPr/>
        </p:nvSpPr>
        <p:spPr>
          <a:xfrm>
            <a:off x="6893222" y="319674"/>
            <a:ext cx="1183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Download PA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486CF5-0446-4C4B-9F49-52604FC4BE0E}"/>
              </a:ext>
            </a:extLst>
          </p:cNvPr>
          <p:cNvCxnSpPr/>
          <p:nvPr/>
        </p:nvCxnSpPr>
        <p:spPr>
          <a:xfrm>
            <a:off x="7473863" y="609233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E8B54EE-6EB6-4F18-81F9-2F29C4BF3338}"/>
              </a:ext>
            </a:extLst>
          </p:cNvPr>
          <p:cNvSpPr/>
          <p:nvPr/>
        </p:nvSpPr>
        <p:spPr>
          <a:xfrm>
            <a:off x="6817724" y="794937"/>
            <a:ext cx="1300898" cy="50605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A70B4F-2396-4E67-9FFF-14EC4A481061}"/>
              </a:ext>
            </a:extLst>
          </p:cNvPr>
          <p:cNvSpPr txBox="1"/>
          <p:nvPr/>
        </p:nvSpPr>
        <p:spPr>
          <a:xfrm>
            <a:off x="6754430" y="784207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request packet to server</a:t>
            </a:r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161A8847-0057-4B09-AD7C-B3DF97967DB7}"/>
              </a:ext>
            </a:extLst>
          </p:cNvPr>
          <p:cNvSpPr/>
          <p:nvPr/>
        </p:nvSpPr>
        <p:spPr>
          <a:xfrm>
            <a:off x="6837120" y="1493147"/>
            <a:ext cx="1295400" cy="93097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18F2A7-7CFA-446A-9B18-1D28F958DA27}"/>
              </a:ext>
            </a:extLst>
          </p:cNvPr>
          <p:cNvSpPr txBox="1"/>
          <p:nvPr/>
        </p:nvSpPr>
        <p:spPr>
          <a:xfrm>
            <a:off x="6862535" y="1672224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Resp for</a:t>
            </a:r>
          </a:p>
          <a:p>
            <a:pPr algn="ctr"/>
            <a:r>
              <a:rPr lang="en-IN" sz="1400" dirty="0"/>
              <a:t> length ok?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C4602ED-097F-48CC-85E5-2E930DF5F330}"/>
              </a:ext>
            </a:extLst>
          </p:cNvPr>
          <p:cNvCxnSpPr/>
          <p:nvPr/>
        </p:nvCxnSpPr>
        <p:spPr>
          <a:xfrm>
            <a:off x="7484769" y="1298470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E411587-6E2B-4835-A0A5-E40F6F1BEB85}"/>
              </a:ext>
            </a:extLst>
          </p:cNvPr>
          <p:cNvSpPr txBox="1"/>
          <p:nvPr/>
        </p:nvSpPr>
        <p:spPr>
          <a:xfrm>
            <a:off x="7372005" y="2356396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2B69EA4-9697-4730-95BB-1BD76332F270}"/>
              </a:ext>
            </a:extLst>
          </p:cNvPr>
          <p:cNvCxnSpPr/>
          <p:nvPr/>
        </p:nvCxnSpPr>
        <p:spPr>
          <a:xfrm>
            <a:off x="7483254" y="2427957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E32DE44-51EB-45D4-A12A-00F0D2E11226}"/>
              </a:ext>
            </a:extLst>
          </p:cNvPr>
          <p:cNvSpPr txBox="1"/>
          <p:nvPr/>
        </p:nvSpPr>
        <p:spPr>
          <a:xfrm>
            <a:off x="8085509" y="1705355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AAA099-40EA-4B1F-AECB-6BEE1FEC31F8}"/>
              </a:ext>
            </a:extLst>
          </p:cNvPr>
          <p:cNvCxnSpPr>
            <a:cxnSpLocks/>
          </p:cNvCxnSpPr>
          <p:nvPr/>
        </p:nvCxnSpPr>
        <p:spPr>
          <a:xfrm>
            <a:off x="8135523" y="1970653"/>
            <a:ext cx="5512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5B725D3-949D-441B-9CDB-CD7A98360762}"/>
              </a:ext>
            </a:extLst>
          </p:cNvPr>
          <p:cNvSpPr txBox="1"/>
          <p:nvPr/>
        </p:nvSpPr>
        <p:spPr>
          <a:xfrm>
            <a:off x="6741730" y="2612514"/>
            <a:ext cx="1511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Receive all data bytes from server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74BD90C-9938-4A22-9036-987F64900E42}"/>
              </a:ext>
            </a:extLst>
          </p:cNvPr>
          <p:cNvSpPr/>
          <p:nvPr/>
        </p:nvSpPr>
        <p:spPr>
          <a:xfrm>
            <a:off x="6831622" y="2611741"/>
            <a:ext cx="1300898" cy="50605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A0A511-B433-4849-BCF4-98BF1A63AA99}"/>
              </a:ext>
            </a:extLst>
          </p:cNvPr>
          <p:cNvSpPr/>
          <p:nvPr/>
        </p:nvSpPr>
        <p:spPr>
          <a:xfrm>
            <a:off x="6832805" y="3344475"/>
            <a:ext cx="1300898" cy="45437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E62E61-F9CB-405D-A1FC-ADD3F15E6B3E}"/>
              </a:ext>
            </a:extLst>
          </p:cNvPr>
          <p:cNvSpPr txBox="1"/>
          <p:nvPr/>
        </p:nvSpPr>
        <p:spPr>
          <a:xfrm>
            <a:off x="6749108" y="3310050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Open window</a:t>
            </a:r>
          </a:p>
          <a:p>
            <a:pPr algn="ctr"/>
            <a:r>
              <a:rPr lang="en-IN" sz="1400" dirty="0"/>
              <a:t>to select the file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CE6349D-43D7-430B-A4FB-B891CECA29A7}"/>
              </a:ext>
            </a:extLst>
          </p:cNvPr>
          <p:cNvCxnSpPr/>
          <p:nvPr/>
        </p:nvCxnSpPr>
        <p:spPr>
          <a:xfrm>
            <a:off x="7494089" y="3798845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2A64BA0-3527-4A3C-AA19-3E18042F72A9}"/>
              </a:ext>
            </a:extLst>
          </p:cNvPr>
          <p:cNvCxnSpPr/>
          <p:nvPr/>
        </p:nvCxnSpPr>
        <p:spPr>
          <a:xfrm>
            <a:off x="7483254" y="3130500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5B4B82F3-6E5F-4755-8CDC-B2E2BAFC62E8}"/>
              </a:ext>
            </a:extLst>
          </p:cNvPr>
          <p:cNvSpPr/>
          <p:nvPr/>
        </p:nvSpPr>
        <p:spPr>
          <a:xfrm>
            <a:off x="6846389" y="3993072"/>
            <a:ext cx="1295400" cy="93097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F418EA-1A0B-401D-BA5C-302209A42B22}"/>
              </a:ext>
            </a:extLst>
          </p:cNvPr>
          <p:cNvSpPr txBox="1"/>
          <p:nvPr/>
        </p:nvSpPr>
        <p:spPr>
          <a:xfrm>
            <a:off x="6889643" y="4253215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File saving </a:t>
            </a:r>
          </a:p>
          <a:p>
            <a:pPr algn="ctr"/>
            <a:r>
              <a:rPr lang="en-IN" sz="1400" dirty="0"/>
              <a:t>ok?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A32D5A-7C9B-4453-8313-11890F89491B}"/>
              </a:ext>
            </a:extLst>
          </p:cNvPr>
          <p:cNvSpPr txBox="1"/>
          <p:nvPr/>
        </p:nvSpPr>
        <p:spPr>
          <a:xfrm>
            <a:off x="7390064" y="4873937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AA788D-C898-4995-BB7F-1B9598A63165}"/>
              </a:ext>
            </a:extLst>
          </p:cNvPr>
          <p:cNvCxnSpPr>
            <a:cxnSpLocks/>
          </p:cNvCxnSpPr>
          <p:nvPr/>
        </p:nvCxnSpPr>
        <p:spPr>
          <a:xfrm>
            <a:off x="7500141" y="4921233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D7E195DB-4431-422F-8312-AF10EF6B9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983" y="4053294"/>
            <a:ext cx="1524000" cy="809625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B848B02E-4B12-4FEE-BF33-E4ED0827B0E6}"/>
              </a:ext>
            </a:extLst>
          </p:cNvPr>
          <p:cNvSpPr txBox="1"/>
          <p:nvPr/>
        </p:nvSpPr>
        <p:spPr>
          <a:xfrm>
            <a:off x="8088622" y="4192809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35A287E-09E0-4AD2-87A6-0C1E6A19E985}"/>
              </a:ext>
            </a:extLst>
          </p:cNvPr>
          <p:cNvCxnSpPr>
            <a:cxnSpLocks/>
          </p:cNvCxnSpPr>
          <p:nvPr/>
        </p:nvCxnSpPr>
        <p:spPr>
          <a:xfrm>
            <a:off x="8138636" y="4458107"/>
            <a:ext cx="5512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BE8D308D-D975-446D-8059-55762FC9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72" y="5181466"/>
            <a:ext cx="3133725" cy="8191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EC3717A-6161-4DE2-9A8E-4ED7C43E1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241" y="1575547"/>
            <a:ext cx="15525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2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EFD761-9A9D-4ED5-BB95-8E07AF88D2A3}"/>
              </a:ext>
            </a:extLst>
          </p:cNvPr>
          <p:cNvSpPr/>
          <p:nvPr/>
        </p:nvSpPr>
        <p:spPr>
          <a:xfrm>
            <a:off x="239989" y="159194"/>
            <a:ext cx="4089841" cy="295114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4832B-D02D-4545-8F6C-925DF44712FF}"/>
              </a:ext>
            </a:extLst>
          </p:cNvPr>
          <p:cNvSpPr txBox="1"/>
          <p:nvPr/>
        </p:nvSpPr>
        <p:spPr>
          <a:xfrm>
            <a:off x="962787" y="244138"/>
            <a:ext cx="2662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Request Pub Key Button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D3DB8D-BE74-488D-A017-EC9B4FF4B039}"/>
              </a:ext>
            </a:extLst>
          </p:cNvPr>
          <p:cNvCxnSpPr>
            <a:cxnSpLocks/>
          </p:cNvCxnSpPr>
          <p:nvPr/>
        </p:nvCxnSpPr>
        <p:spPr>
          <a:xfrm>
            <a:off x="254503" y="6985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7F5FD8-CC0C-487F-98F4-5C52CDEB6DF0}"/>
              </a:ext>
            </a:extLst>
          </p:cNvPr>
          <p:cNvCxnSpPr>
            <a:cxnSpLocks/>
          </p:cNvCxnSpPr>
          <p:nvPr/>
        </p:nvCxnSpPr>
        <p:spPr>
          <a:xfrm>
            <a:off x="239989" y="850954"/>
            <a:ext cx="407895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BA39B56-2F9F-4D4E-94A1-92776C992CD1}"/>
              </a:ext>
            </a:extLst>
          </p:cNvPr>
          <p:cNvGrpSpPr/>
          <p:nvPr/>
        </p:nvGrpSpPr>
        <p:grpSpPr>
          <a:xfrm>
            <a:off x="324399" y="906182"/>
            <a:ext cx="3415562" cy="646331"/>
            <a:chOff x="2180495" y="1206432"/>
            <a:chExt cx="3415562" cy="646331"/>
          </a:xfrm>
        </p:grpSpPr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54D15017-2930-4BE4-AE24-7400AC305ADA}"/>
                </a:ext>
              </a:extLst>
            </p:cNvPr>
            <p:cNvSpPr/>
            <p:nvPr/>
          </p:nvSpPr>
          <p:spPr>
            <a:xfrm rot="6808930">
              <a:off x="2228051" y="1278770"/>
              <a:ext cx="129962" cy="225074"/>
            </a:xfrm>
            <a:prstGeom prst="cube">
              <a:avLst/>
            </a:prstGeom>
            <a:solidFill>
              <a:srgbClr val="FA0EC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64900D-E81F-4136-9E6E-CA6DD28EC804}"/>
                </a:ext>
              </a:extLst>
            </p:cNvPr>
            <p:cNvSpPr txBox="1"/>
            <p:nvPr/>
          </p:nvSpPr>
          <p:spPr>
            <a:xfrm>
              <a:off x="2433728" y="1206432"/>
              <a:ext cx="3162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dirty="0"/>
                <a:t>Check for valid credentials and connection to RFM server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5A0D391-9A12-4D9F-B8F1-08E05B530C2E}"/>
              </a:ext>
            </a:extLst>
          </p:cNvPr>
          <p:cNvSpPr txBox="1"/>
          <p:nvPr/>
        </p:nvSpPr>
        <p:spPr>
          <a:xfrm>
            <a:off x="265137" y="1529073"/>
            <a:ext cx="348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sendPacket(_REQ_PUB_KEY)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B8B19D-9DA0-4F43-849F-DD955E21F6EC}"/>
              </a:ext>
            </a:extLst>
          </p:cNvPr>
          <p:cNvSpPr txBox="1"/>
          <p:nvPr/>
        </p:nvSpPr>
        <p:spPr>
          <a:xfrm>
            <a:off x="129936" y="1915433"/>
            <a:ext cx="398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Receive num bytes length in key</a:t>
            </a:r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5CABBD4F-D22A-4226-974A-5736BC0DB478}"/>
              </a:ext>
            </a:extLst>
          </p:cNvPr>
          <p:cNvSpPr/>
          <p:nvPr/>
        </p:nvSpPr>
        <p:spPr>
          <a:xfrm rot="6808930">
            <a:off x="365892" y="1592818"/>
            <a:ext cx="12996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451FA247-19D7-403C-B273-8F4154AE5841}"/>
              </a:ext>
            </a:extLst>
          </p:cNvPr>
          <p:cNvSpPr/>
          <p:nvPr/>
        </p:nvSpPr>
        <p:spPr>
          <a:xfrm rot="6808930">
            <a:off x="382764" y="197179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C903D-A0FB-456C-9752-2E0F0568A35D}"/>
              </a:ext>
            </a:extLst>
          </p:cNvPr>
          <p:cNvSpPr txBox="1"/>
          <p:nvPr/>
        </p:nvSpPr>
        <p:spPr>
          <a:xfrm>
            <a:off x="390655" y="2647685"/>
            <a:ext cx="372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Open window, select file and write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F477646-FA50-46E7-8310-7D11EFB091A8}"/>
              </a:ext>
            </a:extLst>
          </p:cNvPr>
          <p:cNvSpPr/>
          <p:nvPr/>
        </p:nvSpPr>
        <p:spPr>
          <a:xfrm rot="6808930">
            <a:off x="382764" y="2707226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DC2AC3-AC55-48AD-8C96-5A6E1BEAD106}"/>
              </a:ext>
            </a:extLst>
          </p:cNvPr>
          <p:cNvSpPr txBox="1"/>
          <p:nvPr/>
        </p:nvSpPr>
        <p:spPr>
          <a:xfrm>
            <a:off x="455220" y="2278353"/>
            <a:ext cx="3912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Receive all the data bytes from server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30001CB7-BB14-498B-B83B-3B738A740F79}"/>
              </a:ext>
            </a:extLst>
          </p:cNvPr>
          <p:cNvSpPr/>
          <p:nvPr/>
        </p:nvSpPr>
        <p:spPr>
          <a:xfrm rot="6808930">
            <a:off x="382764" y="2348371"/>
            <a:ext cx="122402" cy="225074"/>
          </a:xfrm>
          <a:prstGeom prst="cube">
            <a:avLst/>
          </a:prstGeom>
          <a:solidFill>
            <a:srgbClr val="FA0EC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6A18D-85BA-4770-8D9C-9EE5E39688E7}"/>
              </a:ext>
            </a:extLst>
          </p:cNvPr>
          <p:cNvSpPr/>
          <p:nvPr/>
        </p:nvSpPr>
        <p:spPr>
          <a:xfrm>
            <a:off x="6818210" y="303352"/>
            <a:ext cx="1300898" cy="30588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F1EC5-4564-4531-B550-CFF66EF0236F}"/>
              </a:ext>
            </a:extLst>
          </p:cNvPr>
          <p:cNvSpPr txBox="1"/>
          <p:nvPr/>
        </p:nvSpPr>
        <p:spPr>
          <a:xfrm>
            <a:off x="6741730" y="320002"/>
            <a:ext cx="1436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Request Pub Key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439F6-CFD5-47A8-A51C-90CAF09D0F9F}"/>
              </a:ext>
            </a:extLst>
          </p:cNvPr>
          <p:cNvCxnSpPr/>
          <p:nvPr/>
        </p:nvCxnSpPr>
        <p:spPr>
          <a:xfrm>
            <a:off x="7473863" y="609233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D3968-43BE-498D-BBC8-C7312220F988}"/>
              </a:ext>
            </a:extLst>
          </p:cNvPr>
          <p:cNvSpPr/>
          <p:nvPr/>
        </p:nvSpPr>
        <p:spPr>
          <a:xfrm>
            <a:off x="6817724" y="794937"/>
            <a:ext cx="1300898" cy="50605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87B79-FDAB-4E4E-81A1-770D3BA6BB64}"/>
              </a:ext>
            </a:extLst>
          </p:cNvPr>
          <p:cNvSpPr txBox="1"/>
          <p:nvPr/>
        </p:nvSpPr>
        <p:spPr>
          <a:xfrm>
            <a:off x="6754430" y="784207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Send request packet to server</a:t>
            </a:r>
          </a:p>
        </p:txBody>
      </p: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41B6710F-F916-4746-BD12-352F7258863E}"/>
              </a:ext>
            </a:extLst>
          </p:cNvPr>
          <p:cNvSpPr/>
          <p:nvPr/>
        </p:nvSpPr>
        <p:spPr>
          <a:xfrm>
            <a:off x="6837120" y="1493147"/>
            <a:ext cx="1295400" cy="93097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77782C-BED7-4400-91DF-E64E8A39F6AD}"/>
              </a:ext>
            </a:extLst>
          </p:cNvPr>
          <p:cNvSpPr txBox="1"/>
          <p:nvPr/>
        </p:nvSpPr>
        <p:spPr>
          <a:xfrm>
            <a:off x="6862535" y="1672224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Resp for</a:t>
            </a:r>
          </a:p>
          <a:p>
            <a:pPr algn="ctr"/>
            <a:r>
              <a:rPr lang="en-IN" sz="1400" dirty="0"/>
              <a:t> length ok?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F4CCFF-FA67-4609-B39E-9533DBEF779B}"/>
              </a:ext>
            </a:extLst>
          </p:cNvPr>
          <p:cNvCxnSpPr/>
          <p:nvPr/>
        </p:nvCxnSpPr>
        <p:spPr>
          <a:xfrm>
            <a:off x="7484769" y="1298470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34D923D-7B12-4F33-9C7E-84484795EFE3}"/>
              </a:ext>
            </a:extLst>
          </p:cNvPr>
          <p:cNvSpPr txBox="1"/>
          <p:nvPr/>
        </p:nvSpPr>
        <p:spPr>
          <a:xfrm>
            <a:off x="7372005" y="2356396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C03D3A-AB9D-4904-A2A6-098806C0DB4D}"/>
              </a:ext>
            </a:extLst>
          </p:cNvPr>
          <p:cNvCxnSpPr/>
          <p:nvPr/>
        </p:nvCxnSpPr>
        <p:spPr>
          <a:xfrm>
            <a:off x="7483254" y="2427957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AA5F9B-C856-4D7B-9D36-EE06A9FA2517}"/>
              </a:ext>
            </a:extLst>
          </p:cNvPr>
          <p:cNvSpPr txBox="1"/>
          <p:nvPr/>
        </p:nvSpPr>
        <p:spPr>
          <a:xfrm>
            <a:off x="8085509" y="1705355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7CE338-4D94-4F65-B497-AA718BEF6B05}"/>
              </a:ext>
            </a:extLst>
          </p:cNvPr>
          <p:cNvCxnSpPr>
            <a:cxnSpLocks/>
          </p:cNvCxnSpPr>
          <p:nvPr/>
        </p:nvCxnSpPr>
        <p:spPr>
          <a:xfrm>
            <a:off x="8135523" y="1970653"/>
            <a:ext cx="5512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B452C86-B83F-4DE5-BBFC-56DBEAD49D32}"/>
              </a:ext>
            </a:extLst>
          </p:cNvPr>
          <p:cNvSpPr txBox="1"/>
          <p:nvPr/>
        </p:nvSpPr>
        <p:spPr>
          <a:xfrm>
            <a:off x="6741730" y="2612514"/>
            <a:ext cx="1511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Receive all data bytes from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5A5325-D0EF-452A-AD98-46F73305BBC6}"/>
              </a:ext>
            </a:extLst>
          </p:cNvPr>
          <p:cNvSpPr/>
          <p:nvPr/>
        </p:nvSpPr>
        <p:spPr>
          <a:xfrm>
            <a:off x="6831622" y="2611741"/>
            <a:ext cx="1300898" cy="50605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A52966-1CFA-4398-8E22-FBF05A701F81}"/>
              </a:ext>
            </a:extLst>
          </p:cNvPr>
          <p:cNvSpPr/>
          <p:nvPr/>
        </p:nvSpPr>
        <p:spPr>
          <a:xfrm>
            <a:off x="6832805" y="3344475"/>
            <a:ext cx="1300898" cy="45437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C62476-675C-4E34-8FCB-FA01F70E3746}"/>
              </a:ext>
            </a:extLst>
          </p:cNvPr>
          <p:cNvSpPr txBox="1"/>
          <p:nvPr/>
        </p:nvSpPr>
        <p:spPr>
          <a:xfrm>
            <a:off x="6749108" y="3310050"/>
            <a:ext cx="1511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Open window</a:t>
            </a:r>
          </a:p>
          <a:p>
            <a:pPr algn="ctr"/>
            <a:r>
              <a:rPr lang="en-IN" sz="1400" dirty="0"/>
              <a:t>to select the file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57D234-5C28-4220-9FEE-CDF79FE0CBA4}"/>
              </a:ext>
            </a:extLst>
          </p:cNvPr>
          <p:cNvCxnSpPr/>
          <p:nvPr/>
        </p:nvCxnSpPr>
        <p:spPr>
          <a:xfrm>
            <a:off x="7494089" y="3798845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1C900-9758-4615-A3B9-1DF600C3C298}"/>
              </a:ext>
            </a:extLst>
          </p:cNvPr>
          <p:cNvCxnSpPr/>
          <p:nvPr/>
        </p:nvCxnSpPr>
        <p:spPr>
          <a:xfrm>
            <a:off x="7483254" y="3130500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B7AE1502-7B1B-45AC-9DB2-75E91ED18BF2}"/>
              </a:ext>
            </a:extLst>
          </p:cNvPr>
          <p:cNvSpPr/>
          <p:nvPr/>
        </p:nvSpPr>
        <p:spPr>
          <a:xfrm>
            <a:off x="6846389" y="3993072"/>
            <a:ext cx="1295400" cy="930972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106691-29DB-4314-BF6F-BB517FFD3FDF}"/>
              </a:ext>
            </a:extLst>
          </p:cNvPr>
          <p:cNvSpPr txBox="1"/>
          <p:nvPr/>
        </p:nvSpPr>
        <p:spPr>
          <a:xfrm>
            <a:off x="6889643" y="4253215"/>
            <a:ext cx="129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File saving </a:t>
            </a:r>
          </a:p>
          <a:p>
            <a:pPr algn="ctr"/>
            <a:r>
              <a:rPr lang="en-IN" sz="1400" dirty="0"/>
              <a:t>ok?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83B446-129B-477A-BD0D-99F6026B7D1E}"/>
              </a:ext>
            </a:extLst>
          </p:cNvPr>
          <p:cNvSpPr txBox="1"/>
          <p:nvPr/>
        </p:nvSpPr>
        <p:spPr>
          <a:xfrm>
            <a:off x="7390064" y="4873937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Yes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3EF6EA-9BF2-4ED9-B3C9-C685023D23B2}"/>
              </a:ext>
            </a:extLst>
          </p:cNvPr>
          <p:cNvCxnSpPr>
            <a:cxnSpLocks/>
          </p:cNvCxnSpPr>
          <p:nvPr/>
        </p:nvCxnSpPr>
        <p:spPr>
          <a:xfrm>
            <a:off x="7500141" y="4921233"/>
            <a:ext cx="0" cy="196948"/>
          </a:xfrm>
          <a:prstGeom prst="straightConnector1">
            <a:avLst/>
          </a:prstGeom>
          <a:ln w="15875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4362724-4568-4D74-99FF-852718218179}"/>
              </a:ext>
            </a:extLst>
          </p:cNvPr>
          <p:cNvSpPr txBox="1"/>
          <p:nvPr/>
        </p:nvSpPr>
        <p:spPr>
          <a:xfrm>
            <a:off x="8088622" y="4192809"/>
            <a:ext cx="601291" cy="28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No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18679D-1934-41A7-9E1B-EFF228F82F11}"/>
              </a:ext>
            </a:extLst>
          </p:cNvPr>
          <p:cNvCxnSpPr>
            <a:cxnSpLocks/>
          </p:cNvCxnSpPr>
          <p:nvPr/>
        </p:nvCxnSpPr>
        <p:spPr>
          <a:xfrm>
            <a:off x="8138636" y="4458107"/>
            <a:ext cx="551277" cy="0"/>
          </a:xfrm>
          <a:prstGeom prst="straightConnector1">
            <a:avLst/>
          </a:prstGeom>
          <a:ln w="15875"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3ABB334C-8FA4-45E4-A944-226AFD1CE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927" y="4029387"/>
            <a:ext cx="1524000" cy="81915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44215EA-909E-4FE1-B020-FCE85172E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64" y="5152645"/>
            <a:ext cx="3143250" cy="8191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A4F8CE0-3A6D-477C-AB80-2DA165850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441" y="1557661"/>
            <a:ext cx="17049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5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419</Words>
  <Application>Microsoft Office PowerPoint</Application>
  <PresentationFormat>Widescreen</PresentationFormat>
  <Paragraphs>128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Ingale</dc:creator>
  <cp:lastModifiedBy>Nikhil Ingale</cp:lastModifiedBy>
  <cp:revision>264</cp:revision>
  <dcterms:created xsi:type="dcterms:W3CDTF">2020-04-10T06:48:20Z</dcterms:created>
  <dcterms:modified xsi:type="dcterms:W3CDTF">2020-04-11T20:17:53Z</dcterms:modified>
</cp:coreProperties>
</file>